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a43fd8cc5354620" /><Relationship Type="http://schemas.openxmlformats.org/officeDocument/2006/relationships/extended-properties" Target="/docProps/app.xml" Id="Rba4c4c6764664162" /><Relationship Type="http://schemas.openxmlformats.org/officeDocument/2006/relationships/officeDocument" Target="/ppt/presentation.xml" Id="R407272c1c9b34bc4" /></Relationships>
</file>

<file path=ppt/presentation.xml><?xml version="1.0" encoding="utf-8"?>
<p:presentation xmlns:p="http://schemas.openxmlformats.org/presentationml/2006/main">
  <p:sldMasterIdLst>
    <p:sldMasterId xmlns:r="http://schemas.openxmlformats.org/officeDocument/2006/relationships" id="2147483648" r:id="Rb28bdad4b8d94084"/>
  </p:sldMasterIdLst>
  <p:notesMasterIdLst>
    <p:notesMasterId xmlns:r="http://schemas.openxmlformats.org/officeDocument/2006/relationships" r:id="R6c210617b1f94dea"/>
  </p:notesMasterIdLst>
  <p:sldIdLst>
    <p:sldId xmlns:r="http://schemas.openxmlformats.org/officeDocument/2006/relationships" id="256" r:id="R3be59af6e8984c10"/>
    <p:sldId xmlns:r="http://schemas.openxmlformats.org/officeDocument/2006/relationships" id="257" r:id="R9e44adec243741e2"/>
    <p:sldId xmlns:r="http://schemas.openxmlformats.org/officeDocument/2006/relationships" id="258" r:id="R37442580c86b489b"/>
    <p:sldId xmlns:r="http://schemas.openxmlformats.org/officeDocument/2006/relationships" id="259" r:id="R29c35582b72343c3"/>
    <p:sldId xmlns:r="http://schemas.openxmlformats.org/officeDocument/2006/relationships" id="260" r:id="Ra226b01a400c40a1"/>
    <p:sldId xmlns:r="http://schemas.openxmlformats.org/officeDocument/2006/relationships" id="261" r:id="R3cb0f436203e4bb8"/>
    <p:sldId xmlns:r="http://schemas.openxmlformats.org/officeDocument/2006/relationships" id="262" r:id="R2d82ae23a90b4fb2"/>
    <p:sldId xmlns:r="http://schemas.openxmlformats.org/officeDocument/2006/relationships" id="263" r:id="R489300ff1fd2451e"/>
    <p:sldId xmlns:r="http://schemas.openxmlformats.org/officeDocument/2006/relationships" id="264" r:id="Ra80fcc69dac241d9"/>
    <p:sldId xmlns:r="http://schemas.openxmlformats.org/officeDocument/2006/relationships" id="265" r:id="R5de33fc33d6045b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93c2125bf9e4ad9" /><Relationship Type="http://schemas.openxmlformats.org/officeDocument/2006/relationships/slideMaster" Target="/ppt/slideMasters/slideMaster1.xml" Id="Rb28bdad4b8d94084" /><Relationship Type="http://schemas.openxmlformats.org/officeDocument/2006/relationships/notesMaster" Target="/ppt/notesMasters/notesMaster1.xml" Id="R6c210617b1f94dea" /><Relationship Type="http://schemas.openxmlformats.org/officeDocument/2006/relationships/presProps" Target="/ppt/presProps.xml" Id="Ra9c11af9b0d24ed1" /><Relationship Type="http://schemas.openxmlformats.org/officeDocument/2006/relationships/tableStyles" Target="/ppt/tableStyles.xml" Id="R77ca1901d45a4f1c" /><Relationship Type="http://schemas.openxmlformats.org/officeDocument/2006/relationships/slide" Target="/ppt/slides/slide1.xml" Id="R3be59af6e8984c10" /><Relationship Type="http://schemas.openxmlformats.org/officeDocument/2006/relationships/slide" Target="/ppt/slides/slide2.xml" Id="R9e44adec243741e2" /><Relationship Type="http://schemas.openxmlformats.org/officeDocument/2006/relationships/slide" Target="/ppt/slides/slide3.xml" Id="R37442580c86b489b" /><Relationship Type="http://schemas.openxmlformats.org/officeDocument/2006/relationships/slide" Target="/ppt/slides/slide4.xml" Id="R29c35582b72343c3" /><Relationship Type="http://schemas.openxmlformats.org/officeDocument/2006/relationships/slide" Target="/ppt/slides/slide5.xml" Id="Ra226b01a400c40a1" /><Relationship Type="http://schemas.openxmlformats.org/officeDocument/2006/relationships/slide" Target="/ppt/slides/slide6.xml" Id="R3cb0f436203e4bb8" /><Relationship Type="http://schemas.openxmlformats.org/officeDocument/2006/relationships/slide" Target="/ppt/slides/slide7.xml" Id="R2d82ae23a90b4fb2" /><Relationship Type="http://schemas.openxmlformats.org/officeDocument/2006/relationships/slide" Target="/ppt/slides/slide8.xml" Id="R489300ff1fd2451e" /><Relationship Type="http://schemas.openxmlformats.org/officeDocument/2006/relationships/slide" Target="/ppt/slides/slide9.xml" Id="Ra80fcc69dac241d9" /><Relationship Type="http://schemas.openxmlformats.org/officeDocument/2006/relationships/slide" Target="/ppt/slides/slide10.xml" Id="R5de33fc33d6045b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156d432eb1744c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9dd855bf7d34d3c" /><Relationship Type="http://schemas.openxmlformats.org/officeDocument/2006/relationships/notesMaster" Target="/ppt/notesMasters/notesMaster1.xml" Id="R901a4521d0df4b2e" /></Relationships>
</file>

<file path=ppt/notesSlides/_rels/notesSlide2.xml.rels>&#65279;<?xml version="1.0" encoding="utf-8"?><Relationships xmlns="http://schemas.openxmlformats.org/package/2006/relationships"><Relationship Type="http://schemas.openxmlformats.org/officeDocument/2006/relationships/slide" Target="/ppt/slides/slide2.xml" Id="Ra3191d3b781c4319" /><Relationship Type="http://schemas.openxmlformats.org/officeDocument/2006/relationships/notesMaster" Target="/ppt/notesMasters/notesMaster1.xml" Id="R9896943fc6154e28" /></Relationships>
</file>

<file path=ppt/notesSlides/_rels/notesSlide3.xml.rels>&#65279;<?xml version="1.0" encoding="utf-8"?><Relationships xmlns="http://schemas.openxmlformats.org/package/2006/relationships"><Relationship Type="http://schemas.openxmlformats.org/officeDocument/2006/relationships/slide" Target="/ppt/slides/slide3.xml" Id="R178e744247aa473e" /><Relationship Type="http://schemas.openxmlformats.org/officeDocument/2006/relationships/notesMaster" Target="/ppt/notesMasters/notesMaster1.xml" Id="R419b1a17776f40c3" /></Relationships>
</file>

<file path=ppt/notesSlides/_rels/notesSlide4.xml.rels>&#65279;<?xml version="1.0" encoding="utf-8"?><Relationships xmlns="http://schemas.openxmlformats.org/package/2006/relationships"><Relationship Type="http://schemas.openxmlformats.org/officeDocument/2006/relationships/slide" Target="/ppt/slides/slide4.xml" Id="R6cef1ee105af49ea" /><Relationship Type="http://schemas.openxmlformats.org/officeDocument/2006/relationships/notesMaster" Target="/ppt/notesMasters/notesMaster1.xml" Id="R32bd6f2996af4740" /></Relationships>
</file>

<file path=ppt/notesSlides/_rels/notesSlide5.xml.rels>&#65279;<?xml version="1.0" encoding="utf-8"?><Relationships xmlns="http://schemas.openxmlformats.org/package/2006/relationships"><Relationship Type="http://schemas.openxmlformats.org/officeDocument/2006/relationships/slide" Target="/ppt/slides/slide5.xml" Id="R31c3554f36f34ba8" /><Relationship Type="http://schemas.openxmlformats.org/officeDocument/2006/relationships/notesMaster" Target="/ppt/notesMasters/notesMaster1.xml" Id="R877d53b82f7244ad" /></Relationships>
</file>

<file path=ppt/notesSlides/_rels/notesSlide6.xml.rels>&#65279;<?xml version="1.0" encoding="utf-8"?><Relationships xmlns="http://schemas.openxmlformats.org/package/2006/relationships"><Relationship Type="http://schemas.openxmlformats.org/officeDocument/2006/relationships/slide" Target="/ppt/slides/slide6.xml" Id="Ra521f8fd4c554660" /><Relationship Type="http://schemas.openxmlformats.org/officeDocument/2006/relationships/notesMaster" Target="/ppt/notesMasters/notesMaster1.xml" Id="R0879ffe5deb34d6c" /></Relationships>
</file>

<file path=ppt/notesSlides/_rels/notesSlide7.xml.rels>&#65279;<?xml version="1.0" encoding="utf-8"?><Relationships xmlns="http://schemas.openxmlformats.org/package/2006/relationships"><Relationship Type="http://schemas.openxmlformats.org/officeDocument/2006/relationships/slide" Target="/ppt/slides/slide7.xml" Id="Rfe2ae018f13d4820" /><Relationship Type="http://schemas.openxmlformats.org/officeDocument/2006/relationships/notesMaster" Target="/ppt/notesMasters/notesMaster1.xml" Id="Rabac9f463f51475f" /></Relationships>
</file>

<file path=ppt/notesSlides/_rels/notesSlide8.xml.rels>&#65279;<?xml version="1.0" encoding="utf-8"?><Relationships xmlns="http://schemas.openxmlformats.org/package/2006/relationships"><Relationship Type="http://schemas.openxmlformats.org/officeDocument/2006/relationships/slide" Target="/ppt/slides/slide8.xml" Id="Rdc8405d8bf2241c9" /><Relationship Type="http://schemas.openxmlformats.org/officeDocument/2006/relationships/notesMaster" Target="/ppt/notesMasters/notesMaster1.xml" Id="R2c6f80ed1e764bec" /></Relationships>
</file>

<file path=ppt/notesSlides/_rels/notesSlide9.xml.rels>&#65279;<?xml version="1.0" encoding="utf-8"?><Relationships xmlns="http://schemas.openxmlformats.org/package/2006/relationships"><Relationship Type="http://schemas.openxmlformats.org/officeDocument/2006/relationships/slide" Target="/ppt/slides/slide9.xml" Id="R50344282d1cb465c" /><Relationship Type="http://schemas.openxmlformats.org/officeDocument/2006/relationships/notesMaster" Target="/ppt/notesMasters/notesMaster1.xml" Id="Rc6880a1685874da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86d3d659f794673" /><Relationship Type="http://schemas.openxmlformats.org/officeDocument/2006/relationships/notesMaster" Target="/ppt/notesMasters/notesMaster1.xml" Id="R6ec884d84b6647b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chapter explains how to make code easier to read by moving a separate task into its own function. Extract means move code into a new function. A subproblem is a smaller task needed to complete a bigger task.</a:t>
            </a:r>
          </a:p>
          <a:p xmlns:a="http://schemas.openxmlformats.org/drawingml/2006/main">
            <a:r>
              <a:t/>
            </a:r>
          </a:p>
          <a:p xmlns:a="http://schemas.openxmlformats.org/drawingml/2006/main">
            <a:r>
              <a:t>Source: Dustin Boswell and Trevor Foucher, The Art of Readable Code, Chapter 10, printed pages 109–110. Based on the supplied PDF. Slide examples simplify or adapt the chapter for beginners.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helper is a function that handles a smaller task. Unrelated does not mean useless. The smaller task supports the main goal, but its details can stand on their own. Look for a meaningful group of lines rather than moving every line into a function.</a:t>
            </a:r>
          </a:p>
          <a:p xmlns:a="http://schemas.openxmlformats.org/drawingml/2006/main">
            <a:r>
              <a:t/>
            </a:r>
          </a:p>
          <a:p xmlns:a="http://schemas.openxmlformats.org/drawingml/2006/main">
            <a:r>
              <a:t>Source: Dustin Boswell and Trevor Foucher, The Art of Readable Code, Chapter 10, printed pages 110. Based on the supplied PDF. Slide examples simplify or adapt the chapter for beginners.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book's findClosestLocation() example mixes searching with geometry. It moves the geometry into spherical_distance(lat1, lng1, lat2, lng2). The helper only needs the two locations. It does not need to know why we compare them. The example models Earth as a sphere. The slide shows pseudocode, not a complete runnable program.</a:t>
            </a:r>
          </a:p>
          <a:p xmlns:a="http://schemas.openxmlformats.org/drawingml/2006/main">
            <a:r>
              <a:t/>
            </a:r>
          </a:p>
          <a:p xmlns:a="http://schemas.openxmlformats.org/drawingml/2006/main">
            <a:r>
              <a:t>Source: Dustin Boswell and Trevor Foucher, The Art of Readable Code, Chapter 10, printed pages 110–111. Based on the supplied PDF. Slide examples simplify or adapt the chapter for beginners.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library is a collection of ready-made code. The book uses file reading in C++ to show a missing convenience helper. The broader lesson is to check what is already available before writing your own helper. Common helpers can live in a shared folder such as util/.</a:t>
            </a:r>
          </a:p>
          <a:p xmlns:a="http://schemas.openxmlformats.org/drawingml/2006/main">
            <a:r>
              <a:t/>
            </a:r>
          </a:p>
          <a:p xmlns:a="http://schemas.openxmlformats.org/drawingml/2006/main">
            <a:r>
              <a:t>Source: Dustin Boswell and Trevor Foucher, The Art of Readable Code, Chapter 10, printed pages 111–112, 114. Based on the supplied PDF. Slide examples simplify or adapt the chapter for beginners.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book uses an Ajax response, meaning data sent back by a server after a web request. It extracts the display formatting into format_pretty(). The helper can then handle nested objects, where an object contains another object. It can also handle null, meaning an empty value, and undefined, meaning a value has not been set. The slide uses simplified pseudocode.</a:t>
            </a:r>
          </a:p>
          <a:p xmlns:a="http://schemas.openxmlformats.org/drawingml/2006/main">
            <a:r>
              <a:t/>
            </a:r>
          </a:p>
          <a:p xmlns:a="http://schemas.openxmlformats.org/drawingml/2006/main">
            <a:r>
              <a:t>Source: Dustin Boswell and Trevor Foucher, The Art of Readable Code, Chapter 10, printed pages 112–114. Based on the supplied PDF. Slide examples simplify or adapt the chapter for beginners.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Decoupled means that one part depends less on other parts. A general helper can avoid app-specific rules and hidden app state. This makes it easier to understand and test. Some helpers read files or change state, so this is not a rule that every helper must be a pure function. Extraction reduces the details in the main flow, not necessarily the total number of lines.</a:t>
            </a:r>
          </a:p>
          <a:p xmlns:a="http://schemas.openxmlformats.org/drawingml/2006/main">
            <a:r>
              <a:t/>
            </a:r>
          </a:p>
          <a:p xmlns:a="http://schemas.openxmlformats.org/drawingml/2006/main">
            <a:r>
              <a:t>Source: Dustin Boswell and Trevor Foucher, The Art of Readable Code, Chapter 10, printed pages 114. Based on the supplied PDF. Slide examples simplify or adapt the chapter for beginners.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book creates and saves a business object. It moves name-cleaning rules into make_url_friendly(). A slug is the readable name used in part of a web address. This helper may follow rules for a particular project or language. It does not need to work for every project to be worth extracting. The slide uses a simple original example.</a:t>
            </a:r>
          </a:p>
          <a:p xmlns:a="http://schemas.openxmlformats.org/drawingml/2006/main">
            <a:r>
              <a:t/>
            </a:r>
          </a:p>
          <a:p xmlns:a="http://schemas.openxmlformats.org/drawingml/2006/main">
            <a:r>
              <a:t>Source: Dustin Boswell and Trevor Foucher, The Art of Readable Code, Chapter 10, printed pages 115. Based on the supplied PDF. Slide examples simplify or adapt the chapter for beginners.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API is a way for code to use another system. A cookie is a small value a website stores in the browser. A wrapper is a helper around an existing interface. The book suggests get_cookie(), set_cookie(), and delete_cookie() so the caller can avoid the details of document.cookie. Here, 7 means the cookie should expire after seven days. The calls show the suggested interface, not complete implementations.</a:t>
            </a:r>
          </a:p>
          <a:p xmlns:a="http://schemas.openxmlformats.org/drawingml/2006/main">
            <a:r>
              <a:t/>
            </a:r>
          </a:p>
          <a:p xmlns:a="http://schemas.openxmlformats.org/drawingml/2006/main">
            <a:r>
              <a:t>Source: Dustin Boswell and Trevor Foucher, The Art of Readable Code, Chapter 10, printed pages 116. Based on the supplied PDF. Slide examples simplify or adapt the chapter for beginners.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book calls this glue code: code that prepares data so other code can use it. Its example combines serialization, encryption, and URL-safe encoding in url_safe_encrypt(). Serialization means turning data into text or bytes. Encryption means protecting data using a key. This example explains function design. It does not teach how to build a secure encryption system. No encryption implementation is provided here.</a:t>
            </a:r>
          </a:p>
          <a:p xmlns:a="http://schemas.openxmlformats.org/drawingml/2006/main">
            <a:r>
              <a:t/>
            </a:r>
          </a:p>
          <a:p xmlns:a="http://schemas.openxmlformats.org/drawingml/2006/main">
            <a:r>
              <a:t>Source: Dustin Boswell and Trevor Foucher, The Art of Readable Code, Chapter 10, printed pages 117. Based on the supplied PDF. Slide examples simplify or adapt the chapter for beginners.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book splits url_safe_encrypt() into several smaller functions to show the extra reading cost. Small functions are not automatically bad. They may be useful if other code needs them or if their names explain meaningful tasks. The test is whether the new function makes understanding easier. General helpers are useful, and project-specific helpers can also be worth extracting.</a:t>
            </a:r>
          </a:p>
          <a:p xmlns:a="http://schemas.openxmlformats.org/drawingml/2006/main">
            <a:r>
              <a:t/>
            </a:r>
          </a:p>
          <a:p xmlns:a="http://schemas.openxmlformats.org/drawingml/2006/main">
            <a:r>
              <a:t>Source: Dustin Boswell and Trevor Foucher, The Art of Readable Code, Chapter 10, printed pages 117–118. Based on the supplied PDF. Slide examples simplify or adapt the chapter for beginners.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67a9e15352d4d8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5da893eb0a64c8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7a61c9bbcbe453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13930e6ff6a4a3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35e2e85988b450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99cd206798e4c9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FDAEABD-36CE-406C-B164-96C8E1C90AE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F10B9A8-F1E7-4089-B9A6-2D3F87F0954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650DA8F-1BA8-4F67-8793-5B5EB927043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C4C0B29-BD52-4394-A004-449D15589C2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CA376C9-E8BE-4880-B3F1-A7117405DA5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C0EAB68-08D5-4523-A0C5-77D3AAC51FC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106D087-FE27-4C1D-AC5E-8ACDE8C966B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A6A2221-AF64-4C0F-8BB7-2801384D80E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6B961AC-8DA0-4CCF-9572-206789C57E7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390D6DE-38CC-48B4-B84F-997E45D7C8F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509cbf8c2604d7e" /><Relationship Type="http://schemas.openxmlformats.org/officeDocument/2006/relationships/slideLayout" Target="/ppt/slideLayouts/slideLayout1.xml" Id="R13690fc4fb8c4296" /><Relationship Type="http://schemas.openxmlformats.org/officeDocument/2006/relationships/slideLayout" Target="/ppt/slideLayouts/slideLayout2.xml" Id="R16a4b46bcfac4a35" /><Relationship Type="http://schemas.openxmlformats.org/officeDocument/2006/relationships/slideLayout" Target="/ppt/slideLayouts/slideLayout3.xml" Id="R437a5a4d448742d9" /><Relationship Type="http://schemas.openxmlformats.org/officeDocument/2006/relationships/slideLayout" Target="/ppt/slideLayouts/slideLayout4.xml" Id="Rff2e7a1efd254be3" /><Relationship Type="http://schemas.openxmlformats.org/officeDocument/2006/relationships/slideLayout" Target="/ppt/slideLayouts/slideLayout5.xml" Id="R03eb97eb115a420e" /><Relationship Type="http://schemas.openxmlformats.org/officeDocument/2006/relationships/slideLayout" Target="/ppt/slideLayouts/slideLayout6.xml" Id="R2d763221333b40f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3690fc4fb8c4296"/>
    <p:sldLayoutId xmlns:r="http://schemas.openxmlformats.org/officeDocument/2006/relationships" id="2147483650" r:id="R16a4b46bcfac4a35"/>
    <p:sldLayoutId xmlns:r="http://schemas.openxmlformats.org/officeDocument/2006/relationships" id="2147483651" r:id="R437a5a4d448742d9"/>
    <p:sldLayoutId xmlns:r="http://schemas.openxmlformats.org/officeDocument/2006/relationships" id="2147483652" r:id="Rff2e7a1efd254be3"/>
    <p:sldLayoutId xmlns:r="http://schemas.openxmlformats.org/officeDocument/2006/relationships" id="2147483653" r:id="R03eb97eb115a420e"/>
    <p:sldLayoutId xmlns:r="http://schemas.openxmlformats.org/officeDocument/2006/relationships" id="2147483654" r:id="R2d763221333b40f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2629ac4e1864dae" /><Relationship Type="http://schemas.openxmlformats.org/officeDocument/2006/relationships/notesSlide" Target="/ppt/notesSlides/notesSlide1.xml" Id="R85f3fdd583bb478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e3ddc872af244cb" /><Relationship Type="http://schemas.openxmlformats.org/officeDocument/2006/relationships/notesSlide" Target="/ppt/notesSlides/notesSlide2.xml" Id="Rc1f6d4eb115743a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29320bb7e6b48c3" /><Relationship Type="http://schemas.openxmlformats.org/officeDocument/2006/relationships/notesSlide" Target="/ppt/notesSlides/notesSlide3.xml" Id="R4b839bd7b5034d5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84158bf5ec14040" /><Relationship Type="http://schemas.openxmlformats.org/officeDocument/2006/relationships/notesSlide" Target="/ppt/notesSlides/notesSlide4.xml" Id="R3a5995057f074ae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9a95462e3484165" /><Relationship Type="http://schemas.openxmlformats.org/officeDocument/2006/relationships/notesSlide" Target="/ppt/notesSlides/notesSlide5.xml" Id="R514da9c0cde7444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333a5536bed4ea5" /><Relationship Type="http://schemas.openxmlformats.org/officeDocument/2006/relationships/notesSlide" Target="/ppt/notesSlides/notesSlide6.xml" Id="Rb062bc5a4008415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ea11161493b41ce" /><Relationship Type="http://schemas.openxmlformats.org/officeDocument/2006/relationships/notesSlide" Target="/ppt/notesSlides/notesSlide7.xml" Id="R460fddcc0b5442f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2572d8b27b04d3c" /><Relationship Type="http://schemas.openxmlformats.org/officeDocument/2006/relationships/notesSlide" Target="/ppt/notesSlides/notesSlide8.xml" Id="R2102ea8d00c4466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12b045c628b424c" /><Relationship Type="http://schemas.openxmlformats.org/officeDocument/2006/relationships/notesSlide" Target="/ppt/notesSlides/notesSlide9.xml" Id="R22e444bb9a4647f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3a9bfbdc8634736" /><Relationship Type="http://schemas.openxmlformats.org/officeDocument/2006/relationships/notesSlide" Target="/ppt/notesSlides/notesSlide10.xml" Id="R546737cf26974f67" /></Relationships>
</file>

<file path=ppt/slides/slide1.xml><?xml version="1.0" encoding="utf-8"?>
<p:sld xmlns:p="http://schemas.openxmlformats.org/presentationml/2006/main">
  <p:cSld>
    <p:bg>
      <p:bgPr>
        <a:solidFill xmlns:a="http://schemas.openxmlformats.org/drawingml/2006/main">
          <a:srgbClr val="102B3A"/>
        </a:solidFill>
      </p:bgPr>
    </p:bg>
    <p:spTree>
      <p:nvGrpSpPr>
        <p:cNvPr id="1" name=""/>
        <p:cNvGrpSpPr/>
        <p:nvPr/>
      </p:nvGrpSpPr>
      <p:grpSpPr>
        <a:xfrm xmlns:a="http://schemas.openxmlformats.org/drawingml/2006/main"/>
      </p:grpSpPr>
      <p:sp>
        <p:nvSpPr>
          <p:cNvPr id="2" name="chapter-label">
            <a:extLst xmlns:a="http://schemas.openxmlformats.org/drawingml/2006/main">
              <a:ext uri="{FF2B5EF4-FFF2-40B4-BE49-F238E27FC236}">
                <a16:creationId xmlns:a16="http://schemas.microsoft.com/office/drawing/2014/main" id="{FD049F5B-BD1F-4957-A56A-E423D884FAE1}"/>
              </a:ext>
            </a:extLst>
          </p:cNvPr>
          <p:cNvSpPr>
            <a:spLocks xmlns:a="http://schemas.openxmlformats.org/drawingml/2006/main" noGrp="1"/>
          </p:cNvSpPr>
          <p:nvPr/>
        </p:nvSpPr>
        <p:spPr>
          <a:xfrm xmlns:a="http://schemas.openxmlformats.org/drawingml/2006/main">
            <a:off x="685800" y="333375"/>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76D6C5"/>
                </a:solidFill>
                <a:latin typeface="Arial"/>
                <a:ea typeface="Arial"/>
                <a:cs typeface="Arial"/>
              </a:defRPr>
            </a:defPPr>
            <a:lvl1pPr>
              <a:defRPr sz="1275" b="1">
                <a:solidFill>
                  <a:srgbClr val="76D6C5"/>
                </a:solidFill>
                <a:latin typeface="Arial"/>
                <a:ea typeface="Arial"/>
                <a:cs typeface="Arial"/>
              </a:defRPr>
            </a:lvl1pPr>
            <a:lvl2pPr>
              <a:defRPr sz="1275" b="1">
                <a:solidFill>
                  <a:srgbClr val="76D6C5"/>
                </a:solidFill>
                <a:latin typeface="Arial"/>
                <a:ea typeface="Arial"/>
                <a:cs typeface="Arial"/>
              </a:defRPr>
            </a:lvl2pPr>
            <a:lvl3pPr>
              <a:defRPr sz="1275" b="1">
                <a:solidFill>
                  <a:srgbClr val="76D6C5"/>
                </a:solidFill>
                <a:latin typeface="Arial"/>
                <a:ea typeface="Arial"/>
                <a:cs typeface="Arial"/>
              </a:defRPr>
            </a:lvl3pPr>
            <a:lvl4pPr>
              <a:defRPr sz="1275" b="1">
                <a:solidFill>
                  <a:srgbClr val="76D6C5"/>
                </a:solidFill>
                <a:latin typeface="Arial"/>
                <a:ea typeface="Arial"/>
                <a:cs typeface="Arial"/>
              </a:defRPr>
            </a:lvl4pPr>
            <a:lvl5pPr>
              <a:defRPr sz="1275" b="1">
                <a:solidFill>
                  <a:srgbClr val="76D6C5"/>
                </a:solidFill>
                <a:latin typeface="Arial"/>
                <a:ea typeface="Arial"/>
                <a:cs typeface="Arial"/>
              </a:defRPr>
            </a:lvl5pPr>
            <a:lvl6pPr>
              <a:defRPr sz="1275" b="1">
                <a:solidFill>
                  <a:srgbClr val="76D6C5"/>
                </a:solidFill>
                <a:latin typeface="Arial"/>
                <a:ea typeface="Arial"/>
                <a:cs typeface="Arial"/>
              </a:defRPr>
            </a:lvl6pPr>
            <a:lvl7pPr>
              <a:defRPr sz="1275" b="1">
                <a:solidFill>
                  <a:srgbClr val="76D6C5"/>
                </a:solidFill>
                <a:latin typeface="Arial"/>
                <a:ea typeface="Arial"/>
                <a:cs typeface="Arial"/>
              </a:defRPr>
            </a:lvl7pPr>
            <a:lvl8pPr>
              <a:defRPr sz="1275" b="1">
                <a:solidFill>
                  <a:srgbClr val="76D6C5"/>
                </a:solidFill>
                <a:latin typeface="Arial"/>
                <a:ea typeface="Arial"/>
                <a:cs typeface="Arial"/>
              </a:defRPr>
            </a:lvl8pPr>
            <a:lvl9pPr>
              <a:defRPr sz="1275" b="1">
                <a:solidFill>
                  <a:srgbClr val="76D6C5"/>
                </a:solidFill>
                <a:latin typeface="Arial"/>
                <a:ea typeface="Arial"/>
                <a:cs typeface="Arial"/>
              </a:defRPr>
            </a:lvl9pPr>
          </a:lstStyle>
          <a:p xmlns:a="http://schemas.openxmlformats.org/drawingml/2006/main">
            <a:pPr>
              <a:defRPr sz="1275" b="1">
                <a:solidFill>
                  <a:srgbClr val="76D6C5"/>
                </a:solidFill>
                <a:latin typeface="Arial"/>
                <a:ea typeface="Arial"/>
                <a:cs typeface="Arial"/>
              </a:defRPr>
            </a:pPr>
            <a:r>
              <a:rPr sz="1275" b="1">
                <a:solidFill>
                  <a:srgbClr val="76D6C5"/>
                </a:solidFill>
                <a:latin typeface="Arial"/>
                <a:ea typeface="Arial"/>
                <a:cs typeface="Arial"/>
              </a:rPr>
              <a:t>THE ART OF READABLE CODE</a:t>
            </a:r>
          </a:p>
        </p:txBody>
      </p:sp>
      <p:sp>
        <p:nvSpPr>
          <p:cNvPr id="3" name="slide-number">
            <a:extLst xmlns:a="http://schemas.openxmlformats.org/drawingml/2006/main">
              <a:ext uri="{FF2B5EF4-FFF2-40B4-BE49-F238E27FC236}">
                <a16:creationId xmlns:a16="http://schemas.microsoft.com/office/drawing/2014/main" id="{D07AA674-C076-4046-A4E9-5CA353953A10}"/>
              </a:ext>
            </a:extLst>
          </p:cNvPr>
          <p:cNvSpPr>
            <a:spLocks xmlns:a="http://schemas.openxmlformats.org/drawingml/2006/main" noGrp="1"/>
          </p:cNvSpPr>
          <p:nvPr/>
        </p:nvSpPr>
        <p:spPr>
          <a:xfrm xmlns:a="http://schemas.openxmlformats.org/drawingml/2006/main">
            <a:off x="10572750" y="6334125"/>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BED0D5"/>
                </a:solidFill>
                <a:latin typeface="Arial"/>
                <a:ea typeface="Arial"/>
                <a:cs typeface="Arial"/>
              </a:defRPr>
            </a:defPPr>
            <a:lvl1pPr>
              <a:defRPr sz="1200" b="0">
                <a:solidFill>
                  <a:srgbClr val="BED0D5"/>
                </a:solidFill>
                <a:latin typeface="Arial"/>
                <a:ea typeface="Arial"/>
                <a:cs typeface="Arial"/>
              </a:defRPr>
            </a:lvl1pPr>
            <a:lvl2pPr>
              <a:defRPr sz="1200" b="0">
                <a:solidFill>
                  <a:srgbClr val="BED0D5"/>
                </a:solidFill>
                <a:latin typeface="Arial"/>
                <a:ea typeface="Arial"/>
                <a:cs typeface="Arial"/>
              </a:defRPr>
            </a:lvl2pPr>
            <a:lvl3pPr>
              <a:defRPr sz="1200" b="0">
                <a:solidFill>
                  <a:srgbClr val="BED0D5"/>
                </a:solidFill>
                <a:latin typeface="Arial"/>
                <a:ea typeface="Arial"/>
                <a:cs typeface="Arial"/>
              </a:defRPr>
            </a:lvl3pPr>
            <a:lvl4pPr>
              <a:defRPr sz="1200" b="0">
                <a:solidFill>
                  <a:srgbClr val="BED0D5"/>
                </a:solidFill>
                <a:latin typeface="Arial"/>
                <a:ea typeface="Arial"/>
                <a:cs typeface="Arial"/>
              </a:defRPr>
            </a:lvl4pPr>
            <a:lvl5pPr>
              <a:defRPr sz="1200" b="0">
                <a:solidFill>
                  <a:srgbClr val="BED0D5"/>
                </a:solidFill>
                <a:latin typeface="Arial"/>
                <a:ea typeface="Arial"/>
                <a:cs typeface="Arial"/>
              </a:defRPr>
            </a:lvl5pPr>
            <a:lvl6pPr>
              <a:defRPr sz="1200" b="0">
                <a:solidFill>
                  <a:srgbClr val="BED0D5"/>
                </a:solidFill>
                <a:latin typeface="Arial"/>
                <a:ea typeface="Arial"/>
                <a:cs typeface="Arial"/>
              </a:defRPr>
            </a:lvl6pPr>
            <a:lvl7pPr>
              <a:defRPr sz="1200" b="0">
                <a:solidFill>
                  <a:srgbClr val="BED0D5"/>
                </a:solidFill>
                <a:latin typeface="Arial"/>
                <a:ea typeface="Arial"/>
                <a:cs typeface="Arial"/>
              </a:defRPr>
            </a:lvl7pPr>
            <a:lvl8pPr>
              <a:defRPr sz="1200" b="0">
                <a:solidFill>
                  <a:srgbClr val="BED0D5"/>
                </a:solidFill>
                <a:latin typeface="Arial"/>
                <a:ea typeface="Arial"/>
                <a:cs typeface="Arial"/>
              </a:defRPr>
            </a:lvl8pPr>
            <a:lvl9pPr>
              <a:defRPr sz="1200" b="0">
                <a:solidFill>
                  <a:srgbClr val="BED0D5"/>
                </a:solidFill>
                <a:latin typeface="Arial"/>
                <a:ea typeface="Arial"/>
                <a:cs typeface="Arial"/>
              </a:defRPr>
            </a:lvl9pPr>
          </a:lstStyle>
          <a:p xmlns:a="http://schemas.openxmlformats.org/drawingml/2006/main">
            <a:pPr>
              <a:defRPr sz="1200" b="0">
                <a:solidFill>
                  <a:srgbClr val="BED0D5"/>
                </a:solidFill>
                <a:latin typeface="Arial"/>
                <a:ea typeface="Arial"/>
                <a:cs typeface="Arial"/>
              </a:defRPr>
            </a:pPr>
            <a:r>
              <a:rPr sz="1200" b="0">
                <a:solidFill>
                  <a:srgbClr val="BED0D5"/>
                </a:solidFill>
                <a:latin typeface="Arial"/>
                <a:ea typeface="Arial"/>
                <a:cs typeface="Arial"/>
              </a:rPr>
              <a:t>01 / 10</a:t>
            </a:r>
          </a:p>
        </p:txBody>
      </p:sp>
      <p:sp>
        <p:nvSpPr>
          <p:cNvPr id="4" name="source">
            <a:extLst xmlns:a="http://schemas.openxmlformats.org/drawingml/2006/main">
              <a:ext uri="{FF2B5EF4-FFF2-40B4-BE49-F238E27FC236}">
                <a16:creationId xmlns:a16="http://schemas.microsoft.com/office/drawing/2014/main" id="{409E8240-5407-4A3B-A0D9-7D4332859C6E}"/>
              </a:ext>
            </a:extLst>
          </p:cNvPr>
          <p:cNvSpPr>
            <a:spLocks xmlns:a="http://schemas.openxmlformats.org/drawingml/2006/main" noGrp="1"/>
          </p:cNvSpPr>
          <p:nvPr/>
        </p:nvSpPr>
        <p:spPr>
          <a:xfrm xmlns:a="http://schemas.openxmlformats.org/drawingml/2006/main">
            <a:off x="685800" y="6334125"/>
            <a:ext cx="952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BED0D5"/>
                </a:solidFill>
                <a:latin typeface="Arial"/>
                <a:ea typeface="Arial"/>
                <a:cs typeface="Arial"/>
              </a:defRPr>
            </a:defPPr>
            <a:lvl1pPr>
              <a:defRPr sz="1125" b="0">
                <a:solidFill>
                  <a:srgbClr val="BED0D5"/>
                </a:solidFill>
                <a:latin typeface="Arial"/>
                <a:ea typeface="Arial"/>
                <a:cs typeface="Arial"/>
              </a:defRPr>
            </a:lvl1pPr>
            <a:lvl2pPr>
              <a:defRPr sz="1125" b="0">
                <a:solidFill>
                  <a:srgbClr val="BED0D5"/>
                </a:solidFill>
                <a:latin typeface="Arial"/>
                <a:ea typeface="Arial"/>
                <a:cs typeface="Arial"/>
              </a:defRPr>
            </a:lvl2pPr>
            <a:lvl3pPr>
              <a:defRPr sz="1125" b="0">
                <a:solidFill>
                  <a:srgbClr val="BED0D5"/>
                </a:solidFill>
                <a:latin typeface="Arial"/>
                <a:ea typeface="Arial"/>
                <a:cs typeface="Arial"/>
              </a:defRPr>
            </a:lvl3pPr>
            <a:lvl4pPr>
              <a:defRPr sz="1125" b="0">
                <a:solidFill>
                  <a:srgbClr val="BED0D5"/>
                </a:solidFill>
                <a:latin typeface="Arial"/>
                <a:ea typeface="Arial"/>
                <a:cs typeface="Arial"/>
              </a:defRPr>
            </a:lvl4pPr>
            <a:lvl5pPr>
              <a:defRPr sz="1125" b="0">
                <a:solidFill>
                  <a:srgbClr val="BED0D5"/>
                </a:solidFill>
                <a:latin typeface="Arial"/>
                <a:ea typeface="Arial"/>
                <a:cs typeface="Arial"/>
              </a:defRPr>
            </a:lvl5pPr>
            <a:lvl6pPr>
              <a:defRPr sz="1125" b="0">
                <a:solidFill>
                  <a:srgbClr val="BED0D5"/>
                </a:solidFill>
                <a:latin typeface="Arial"/>
                <a:ea typeface="Arial"/>
                <a:cs typeface="Arial"/>
              </a:defRPr>
            </a:lvl6pPr>
            <a:lvl7pPr>
              <a:defRPr sz="1125" b="0">
                <a:solidFill>
                  <a:srgbClr val="BED0D5"/>
                </a:solidFill>
                <a:latin typeface="Arial"/>
                <a:ea typeface="Arial"/>
                <a:cs typeface="Arial"/>
              </a:defRPr>
            </a:lvl7pPr>
            <a:lvl8pPr>
              <a:defRPr sz="1125" b="0">
                <a:solidFill>
                  <a:srgbClr val="BED0D5"/>
                </a:solidFill>
                <a:latin typeface="Arial"/>
                <a:ea typeface="Arial"/>
                <a:cs typeface="Arial"/>
              </a:defRPr>
            </a:lvl8pPr>
            <a:lvl9pPr>
              <a:defRPr sz="1125" b="0">
                <a:solidFill>
                  <a:srgbClr val="BED0D5"/>
                </a:solidFill>
                <a:latin typeface="Arial"/>
                <a:ea typeface="Arial"/>
                <a:cs typeface="Arial"/>
              </a:defRPr>
            </a:lvl9pPr>
          </a:lstStyle>
          <a:p xmlns:a="http://schemas.openxmlformats.org/drawingml/2006/main">
            <a:pPr>
              <a:defRPr sz="1125" b="0">
                <a:solidFill>
                  <a:srgbClr val="BED0D5"/>
                </a:solidFill>
                <a:latin typeface="Arial"/>
                <a:ea typeface="Arial"/>
                <a:cs typeface="Arial"/>
              </a:defRPr>
            </a:pPr>
            <a:r>
              <a:rPr sz="1125" b="0">
                <a:solidFill>
                  <a:srgbClr val="BED0D5"/>
                </a:solidFill>
                <a:latin typeface="Arial"/>
                <a:ea typeface="Arial"/>
                <a:cs typeface="Arial"/>
              </a:rPr>
              <a:t>Boswell &amp; Foucher, Chapter 10, pp. 109–110</a:t>
            </a:r>
          </a:p>
        </p:txBody>
      </p:sp>
      <p:sp>
        <p:nvSpPr>
          <p:cNvPr id="5" name="title">
            <a:extLst xmlns:a="http://schemas.openxmlformats.org/drawingml/2006/main">
              <a:ext uri="{FF2B5EF4-FFF2-40B4-BE49-F238E27FC236}">
                <a16:creationId xmlns:a16="http://schemas.microsoft.com/office/drawing/2014/main" id="{0479348D-C4DD-4D69-9411-4BFEB57BC148}"/>
              </a:ext>
            </a:extLst>
          </p:cNvPr>
          <p:cNvSpPr>
            <a:spLocks xmlns:a="http://schemas.openxmlformats.org/drawingml/2006/main" noGrp="1"/>
          </p:cNvSpPr>
          <p:nvPr/>
        </p:nvSpPr>
        <p:spPr>
          <a:xfrm xmlns:a="http://schemas.openxmlformats.org/drawingml/2006/main">
            <a:off x="685800" y="1524000"/>
            <a:ext cx="106680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4950" b="1">
                <a:solidFill>
                  <a:srgbClr val="FFFFFF"/>
                </a:solidFill>
                <a:latin typeface="Arial"/>
                <a:ea typeface="Arial"/>
                <a:cs typeface="Arial"/>
              </a:defRPr>
            </a:defPPr>
            <a:lvl1pPr>
              <a:defRPr sz="4950" b="1">
                <a:solidFill>
                  <a:srgbClr val="FFFFFF"/>
                </a:solidFill>
                <a:latin typeface="Arial"/>
                <a:ea typeface="Arial"/>
                <a:cs typeface="Arial"/>
              </a:defRPr>
            </a:lvl1pPr>
            <a:lvl2pPr>
              <a:defRPr sz="4950" b="1">
                <a:solidFill>
                  <a:srgbClr val="FFFFFF"/>
                </a:solidFill>
                <a:latin typeface="Arial"/>
                <a:ea typeface="Arial"/>
                <a:cs typeface="Arial"/>
              </a:defRPr>
            </a:lvl2pPr>
            <a:lvl3pPr>
              <a:defRPr sz="4950" b="1">
                <a:solidFill>
                  <a:srgbClr val="FFFFFF"/>
                </a:solidFill>
                <a:latin typeface="Arial"/>
                <a:ea typeface="Arial"/>
                <a:cs typeface="Arial"/>
              </a:defRPr>
            </a:lvl3pPr>
            <a:lvl4pPr>
              <a:defRPr sz="4950" b="1">
                <a:solidFill>
                  <a:srgbClr val="FFFFFF"/>
                </a:solidFill>
                <a:latin typeface="Arial"/>
                <a:ea typeface="Arial"/>
                <a:cs typeface="Arial"/>
              </a:defRPr>
            </a:lvl4pPr>
            <a:lvl5pPr>
              <a:defRPr sz="4950" b="1">
                <a:solidFill>
                  <a:srgbClr val="FFFFFF"/>
                </a:solidFill>
                <a:latin typeface="Arial"/>
                <a:ea typeface="Arial"/>
                <a:cs typeface="Arial"/>
              </a:defRPr>
            </a:lvl5pPr>
            <a:lvl6pPr>
              <a:defRPr sz="4950" b="1">
                <a:solidFill>
                  <a:srgbClr val="FFFFFF"/>
                </a:solidFill>
                <a:latin typeface="Arial"/>
                <a:ea typeface="Arial"/>
                <a:cs typeface="Arial"/>
              </a:defRPr>
            </a:lvl6pPr>
            <a:lvl7pPr>
              <a:defRPr sz="4950" b="1">
                <a:solidFill>
                  <a:srgbClr val="FFFFFF"/>
                </a:solidFill>
                <a:latin typeface="Arial"/>
                <a:ea typeface="Arial"/>
                <a:cs typeface="Arial"/>
              </a:defRPr>
            </a:lvl7pPr>
            <a:lvl8pPr>
              <a:defRPr sz="4950" b="1">
                <a:solidFill>
                  <a:srgbClr val="FFFFFF"/>
                </a:solidFill>
                <a:latin typeface="Arial"/>
                <a:ea typeface="Arial"/>
                <a:cs typeface="Arial"/>
              </a:defRPr>
            </a:lvl8pPr>
            <a:lvl9pPr>
              <a:defRPr sz="4950" b="1">
                <a:solidFill>
                  <a:srgbClr val="FFFFFF"/>
                </a:solidFill>
                <a:latin typeface="Arial"/>
                <a:ea typeface="Arial"/>
                <a:cs typeface="Arial"/>
              </a:defRPr>
            </a:lvl9pPr>
          </a:lstStyle>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Extracting Unrelated</a:t>
            </a:r>
          </a:p>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Subproblems</a:t>
            </a:r>
          </a:p>
        </p:txBody>
      </p:sp>
      <p:sp>
        <p:nvSpPr>
          <p:cNvPr id="6" name="subtitle">
            <a:extLst xmlns:a="http://schemas.openxmlformats.org/drawingml/2006/main">
              <a:ext uri="{FF2B5EF4-FFF2-40B4-BE49-F238E27FC236}">
                <a16:creationId xmlns:a16="http://schemas.microsoft.com/office/drawing/2014/main" id="{AFF360AD-6197-4C49-8BE7-9E0669304339}"/>
              </a:ext>
            </a:extLst>
          </p:cNvPr>
          <p:cNvSpPr>
            <a:spLocks xmlns:a="http://schemas.openxmlformats.org/drawingml/2006/main" noGrp="1"/>
          </p:cNvSpPr>
          <p:nvPr/>
        </p:nvSpPr>
        <p:spPr>
          <a:xfrm xmlns:a="http://schemas.openxmlformats.org/drawingml/2006/main">
            <a:off x="723900" y="3905250"/>
            <a:ext cx="9906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0">
                <a:solidFill>
                  <a:srgbClr val="D6E8E9"/>
                </a:solidFill>
                <a:latin typeface="Arial"/>
                <a:ea typeface="Arial"/>
                <a:cs typeface="Arial"/>
              </a:defRPr>
            </a:defPPr>
            <a:lvl1pPr>
              <a:defRPr sz="2400" b="0">
                <a:solidFill>
                  <a:srgbClr val="D6E8E9"/>
                </a:solidFill>
                <a:latin typeface="Arial"/>
                <a:ea typeface="Arial"/>
                <a:cs typeface="Arial"/>
              </a:defRPr>
            </a:lvl1pPr>
            <a:lvl2pPr>
              <a:defRPr sz="2400" b="0">
                <a:solidFill>
                  <a:srgbClr val="D6E8E9"/>
                </a:solidFill>
                <a:latin typeface="Arial"/>
                <a:ea typeface="Arial"/>
                <a:cs typeface="Arial"/>
              </a:defRPr>
            </a:lvl2pPr>
            <a:lvl3pPr>
              <a:defRPr sz="2400" b="0">
                <a:solidFill>
                  <a:srgbClr val="D6E8E9"/>
                </a:solidFill>
                <a:latin typeface="Arial"/>
                <a:ea typeface="Arial"/>
                <a:cs typeface="Arial"/>
              </a:defRPr>
            </a:lvl3pPr>
            <a:lvl4pPr>
              <a:defRPr sz="2400" b="0">
                <a:solidFill>
                  <a:srgbClr val="D6E8E9"/>
                </a:solidFill>
                <a:latin typeface="Arial"/>
                <a:ea typeface="Arial"/>
                <a:cs typeface="Arial"/>
              </a:defRPr>
            </a:lvl4pPr>
            <a:lvl5pPr>
              <a:defRPr sz="2400" b="0">
                <a:solidFill>
                  <a:srgbClr val="D6E8E9"/>
                </a:solidFill>
                <a:latin typeface="Arial"/>
                <a:ea typeface="Arial"/>
                <a:cs typeface="Arial"/>
              </a:defRPr>
            </a:lvl5pPr>
            <a:lvl6pPr>
              <a:defRPr sz="2400" b="0">
                <a:solidFill>
                  <a:srgbClr val="D6E8E9"/>
                </a:solidFill>
                <a:latin typeface="Arial"/>
                <a:ea typeface="Arial"/>
                <a:cs typeface="Arial"/>
              </a:defRPr>
            </a:lvl6pPr>
            <a:lvl7pPr>
              <a:defRPr sz="2400" b="0">
                <a:solidFill>
                  <a:srgbClr val="D6E8E9"/>
                </a:solidFill>
                <a:latin typeface="Arial"/>
                <a:ea typeface="Arial"/>
                <a:cs typeface="Arial"/>
              </a:defRPr>
            </a:lvl7pPr>
            <a:lvl8pPr>
              <a:defRPr sz="2400" b="0">
                <a:solidFill>
                  <a:srgbClr val="D6E8E9"/>
                </a:solidFill>
                <a:latin typeface="Arial"/>
                <a:ea typeface="Arial"/>
                <a:cs typeface="Arial"/>
              </a:defRPr>
            </a:lvl8pPr>
            <a:lvl9pPr>
              <a:defRPr sz="2400" b="0">
                <a:solidFill>
                  <a:srgbClr val="D6E8E9"/>
                </a:solidFill>
                <a:latin typeface="Arial"/>
                <a:ea typeface="Arial"/>
                <a:cs typeface="Arial"/>
              </a:defRPr>
            </a:lvl9pPr>
          </a:lstStyle>
          <a:p xmlns:a="http://schemas.openxmlformats.org/drawingml/2006/main">
            <a:pPr>
              <a:defRPr sz="2400" b="0">
                <a:solidFill>
                  <a:srgbClr val="D6E8E9"/>
                </a:solidFill>
                <a:latin typeface="Arial"/>
                <a:ea typeface="Arial"/>
                <a:cs typeface="Arial"/>
              </a:defRPr>
            </a:pPr>
            <a:r>
              <a:rPr sz="2400" b="0">
                <a:solidFill>
                  <a:srgbClr val="D6E8E9"/>
                </a:solidFill>
                <a:latin typeface="Arial"/>
                <a:ea typeface="Arial"/>
                <a:cs typeface="Arial"/>
              </a:rPr>
              <a:t>Moving small tasks into their own functions</a:t>
            </a:r>
          </a:p>
        </p:txBody>
      </p:sp>
      <p:sp>
        <p:nvSpPr>
          <p:cNvPr id="7" name="authors">
            <a:extLst xmlns:a="http://schemas.openxmlformats.org/drawingml/2006/main">
              <a:ext uri="{FF2B5EF4-FFF2-40B4-BE49-F238E27FC236}">
                <a16:creationId xmlns:a16="http://schemas.microsoft.com/office/drawing/2014/main" id="{CE27868F-5A4D-4810-9E04-E29F74777442}"/>
              </a:ext>
            </a:extLst>
          </p:cNvPr>
          <p:cNvSpPr>
            <a:spLocks xmlns:a="http://schemas.openxmlformats.org/drawingml/2006/main" noGrp="1"/>
          </p:cNvSpPr>
          <p:nvPr/>
        </p:nvSpPr>
        <p:spPr>
          <a:xfrm xmlns:a="http://schemas.openxmlformats.org/drawingml/2006/main">
            <a:off x="723900" y="5286375"/>
            <a:ext cx="1009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a:solidFill>
                  <a:srgbClr val="BED0D5"/>
                </a:solidFill>
                <a:latin typeface="Arial"/>
                <a:ea typeface="Arial"/>
                <a:cs typeface="Arial"/>
              </a:defRPr>
            </a:defPPr>
            <a:lvl1pPr>
              <a:defRPr sz="1650" b="0">
                <a:solidFill>
                  <a:srgbClr val="BED0D5"/>
                </a:solidFill>
                <a:latin typeface="Arial"/>
                <a:ea typeface="Arial"/>
                <a:cs typeface="Arial"/>
              </a:defRPr>
            </a:lvl1pPr>
            <a:lvl2pPr>
              <a:defRPr sz="1650" b="0">
                <a:solidFill>
                  <a:srgbClr val="BED0D5"/>
                </a:solidFill>
                <a:latin typeface="Arial"/>
                <a:ea typeface="Arial"/>
                <a:cs typeface="Arial"/>
              </a:defRPr>
            </a:lvl2pPr>
            <a:lvl3pPr>
              <a:defRPr sz="1650" b="0">
                <a:solidFill>
                  <a:srgbClr val="BED0D5"/>
                </a:solidFill>
                <a:latin typeface="Arial"/>
                <a:ea typeface="Arial"/>
                <a:cs typeface="Arial"/>
              </a:defRPr>
            </a:lvl3pPr>
            <a:lvl4pPr>
              <a:defRPr sz="1650" b="0">
                <a:solidFill>
                  <a:srgbClr val="BED0D5"/>
                </a:solidFill>
                <a:latin typeface="Arial"/>
                <a:ea typeface="Arial"/>
                <a:cs typeface="Arial"/>
              </a:defRPr>
            </a:lvl4pPr>
            <a:lvl5pPr>
              <a:defRPr sz="1650" b="0">
                <a:solidFill>
                  <a:srgbClr val="BED0D5"/>
                </a:solidFill>
                <a:latin typeface="Arial"/>
                <a:ea typeface="Arial"/>
                <a:cs typeface="Arial"/>
              </a:defRPr>
            </a:lvl5pPr>
            <a:lvl6pPr>
              <a:defRPr sz="1650" b="0">
                <a:solidFill>
                  <a:srgbClr val="BED0D5"/>
                </a:solidFill>
                <a:latin typeface="Arial"/>
                <a:ea typeface="Arial"/>
                <a:cs typeface="Arial"/>
              </a:defRPr>
            </a:lvl6pPr>
            <a:lvl7pPr>
              <a:defRPr sz="1650" b="0">
                <a:solidFill>
                  <a:srgbClr val="BED0D5"/>
                </a:solidFill>
                <a:latin typeface="Arial"/>
                <a:ea typeface="Arial"/>
                <a:cs typeface="Arial"/>
              </a:defRPr>
            </a:lvl7pPr>
            <a:lvl8pPr>
              <a:defRPr sz="1650" b="0">
                <a:solidFill>
                  <a:srgbClr val="BED0D5"/>
                </a:solidFill>
                <a:latin typeface="Arial"/>
                <a:ea typeface="Arial"/>
                <a:cs typeface="Arial"/>
              </a:defRPr>
            </a:lvl8pPr>
            <a:lvl9pPr>
              <a:defRPr sz="1650" b="0">
                <a:solidFill>
                  <a:srgbClr val="BED0D5"/>
                </a:solidFill>
                <a:latin typeface="Arial"/>
                <a:ea typeface="Arial"/>
                <a:cs typeface="Arial"/>
              </a:defRPr>
            </a:lvl9pPr>
          </a:lstStyle>
          <a:p xmlns:a="http://schemas.openxmlformats.org/drawingml/2006/main">
            <a:pPr>
              <a:defRPr sz="1650" b="0">
                <a:solidFill>
                  <a:srgbClr val="BED0D5"/>
                </a:solidFill>
                <a:latin typeface="Arial"/>
                <a:ea typeface="Arial"/>
                <a:cs typeface="Arial"/>
              </a:defRPr>
            </a:pPr>
            <a:r>
              <a:rPr sz="1650" b="0">
                <a:solidFill>
                  <a:srgbClr val="BED0D5"/>
                </a:solidFill>
                <a:latin typeface="Arial"/>
                <a:ea typeface="Arial"/>
                <a:cs typeface="Arial"/>
              </a:rPr>
              <a:t>Based on the book by Dustin Boswell and Trevor Foucher</a:t>
            </a:r>
          </a:p>
        </p:txBody>
      </p:sp>
    </p:spTree>
    <p:extLst>
      <p:ext uri="{BB962C8B-B14F-4D97-AF65-F5344CB8AC3E}">
        <p14:creationId xmlns:p14="http://schemas.microsoft.com/office/powerpoint/2010/main" val="1123362770"/>
      </p:ext>
    </p:extLst>
  </p:cSld>
</p:sld>
</file>

<file path=ppt/slides/slide2.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 name="chapter-label">
            <a:extLst xmlns:a="http://schemas.openxmlformats.org/drawingml/2006/main">
              <a:ext uri="{FF2B5EF4-FFF2-40B4-BE49-F238E27FC236}">
                <a16:creationId xmlns:a16="http://schemas.microsoft.com/office/drawing/2014/main" id="{2DCDC870-350F-4F86-946A-3CD4F67F6E31}"/>
              </a:ext>
            </a:extLst>
          </p:cNvPr>
          <p:cNvSpPr>
            <a:spLocks xmlns:a="http://schemas.openxmlformats.org/drawingml/2006/main" noGrp="1"/>
          </p:cNvSpPr>
          <p:nvPr/>
        </p:nvSpPr>
        <p:spPr>
          <a:xfrm xmlns:a="http://schemas.openxmlformats.org/drawingml/2006/main">
            <a:off x="685800" y="333375"/>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007D78"/>
                </a:solidFill>
                <a:latin typeface="Arial"/>
                <a:ea typeface="Arial"/>
                <a:cs typeface="Arial"/>
              </a:defRPr>
            </a:defPPr>
            <a:lvl1pPr>
              <a:defRPr sz="1275" b="1">
                <a:solidFill>
                  <a:srgbClr val="007D78"/>
                </a:solidFill>
                <a:latin typeface="Arial"/>
                <a:ea typeface="Arial"/>
                <a:cs typeface="Arial"/>
              </a:defRPr>
            </a:lvl1pPr>
            <a:lvl2pPr>
              <a:defRPr sz="1275" b="1">
                <a:solidFill>
                  <a:srgbClr val="007D78"/>
                </a:solidFill>
                <a:latin typeface="Arial"/>
                <a:ea typeface="Arial"/>
                <a:cs typeface="Arial"/>
              </a:defRPr>
            </a:lvl2pPr>
            <a:lvl3pPr>
              <a:defRPr sz="1275" b="1">
                <a:solidFill>
                  <a:srgbClr val="007D78"/>
                </a:solidFill>
                <a:latin typeface="Arial"/>
                <a:ea typeface="Arial"/>
                <a:cs typeface="Arial"/>
              </a:defRPr>
            </a:lvl3pPr>
            <a:lvl4pPr>
              <a:defRPr sz="1275" b="1">
                <a:solidFill>
                  <a:srgbClr val="007D78"/>
                </a:solidFill>
                <a:latin typeface="Arial"/>
                <a:ea typeface="Arial"/>
                <a:cs typeface="Arial"/>
              </a:defRPr>
            </a:lvl4pPr>
            <a:lvl5pPr>
              <a:defRPr sz="1275" b="1">
                <a:solidFill>
                  <a:srgbClr val="007D78"/>
                </a:solidFill>
                <a:latin typeface="Arial"/>
                <a:ea typeface="Arial"/>
                <a:cs typeface="Arial"/>
              </a:defRPr>
            </a:lvl5pPr>
            <a:lvl6pPr>
              <a:defRPr sz="1275" b="1">
                <a:solidFill>
                  <a:srgbClr val="007D78"/>
                </a:solidFill>
                <a:latin typeface="Arial"/>
                <a:ea typeface="Arial"/>
                <a:cs typeface="Arial"/>
              </a:defRPr>
            </a:lvl6pPr>
            <a:lvl7pPr>
              <a:defRPr sz="1275" b="1">
                <a:solidFill>
                  <a:srgbClr val="007D78"/>
                </a:solidFill>
                <a:latin typeface="Arial"/>
                <a:ea typeface="Arial"/>
                <a:cs typeface="Arial"/>
              </a:defRPr>
            </a:lvl7pPr>
            <a:lvl8pPr>
              <a:defRPr sz="1275" b="1">
                <a:solidFill>
                  <a:srgbClr val="007D78"/>
                </a:solidFill>
                <a:latin typeface="Arial"/>
                <a:ea typeface="Arial"/>
                <a:cs typeface="Arial"/>
              </a:defRPr>
            </a:lvl8pPr>
            <a:lvl9pPr>
              <a:defRPr sz="1275" b="1">
                <a:solidFill>
                  <a:srgbClr val="007D78"/>
                </a:solidFill>
                <a:latin typeface="Arial"/>
                <a:ea typeface="Arial"/>
                <a:cs typeface="Arial"/>
              </a:defRPr>
            </a:lvl9pPr>
          </a:lstStyle>
          <a:p xmlns:a="http://schemas.openxmlformats.org/drawingml/2006/main">
            <a:pPr>
              <a:defRPr sz="1275" b="1">
                <a:solidFill>
                  <a:srgbClr val="007D78"/>
                </a:solidFill>
                <a:latin typeface="Arial"/>
                <a:ea typeface="Arial"/>
                <a:cs typeface="Arial"/>
              </a:defRPr>
            </a:pPr>
            <a:r>
              <a:rPr sz="1275" b="1">
                <a:solidFill>
                  <a:srgbClr val="007D78"/>
                </a:solidFill>
                <a:latin typeface="Arial"/>
                <a:ea typeface="Arial"/>
                <a:cs typeface="Arial"/>
              </a:rPr>
              <a:t>CHAPTER 10</a:t>
            </a:r>
          </a:p>
        </p:txBody>
      </p:sp>
      <p:sp>
        <p:nvSpPr>
          <p:cNvPr id="3" name="slide-number">
            <a:extLst xmlns:a="http://schemas.openxmlformats.org/drawingml/2006/main">
              <a:ext uri="{FF2B5EF4-FFF2-40B4-BE49-F238E27FC236}">
                <a16:creationId xmlns:a16="http://schemas.microsoft.com/office/drawing/2014/main" id="{295BE1BA-32A8-495B-BAC2-0D2E08816369}"/>
              </a:ext>
            </a:extLst>
          </p:cNvPr>
          <p:cNvSpPr>
            <a:spLocks xmlns:a="http://schemas.openxmlformats.org/drawingml/2006/main" noGrp="1"/>
          </p:cNvSpPr>
          <p:nvPr/>
        </p:nvSpPr>
        <p:spPr>
          <a:xfrm xmlns:a="http://schemas.openxmlformats.org/drawingml/2006/main">
            <a:off x="10572750" y="6334125"/>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526672"/>
                </a:solidFill>
                <a:latin typeface="Arial"/>
                <a:ea typeface="Arial"/>
                <a:cs typeface="Arial"/>
              </a:defRPr>
            </a:defPPr>
            <a:lvl1pPr>
              <a:defRPr sz="1200" b="0">
                <a:solidFill>
                  <a:srgbClr val="526672"/>
                </a:solidFill>
                <a:latin typeface="Arial"/>
                <a:ea typeface="Arial"/>
                <a:cs typeface="Arial"/>
              </a:defRPr>
            </a:lvl1pPr>
            <a:lvl2pPr>
              <a:defRPr sz="1200" b="0">
                <a:solidFill>
                  <a:srgbClr val="526672"/>
                </a:solidFill>
                <a:latin typeface="Arial"/>
                <a:ea typeface="Arial"/>
                <a:cs typeface="Arial"/>
              </a:defRPr>
            </a:lvl2pPr>
            <a:lvl3pPr>
              <a:defRPr sz="1200" b="0">
                <a:solidFill>
                  <a:srgbClr val="526672"/>
                </a:solidFill>
                <a:latin typeface="Arial"/>
                <a:ea typeface="Arial"/>
                <a:cs typeface="Arial"/>
              </a:defRPr>
            </a:lvl3pPr>
            <a:lvl4pPr>
              <a:defRPr sz="1200" b="0">
                <a:solidFill>
                  <a:srgbClr val="526672"/>
                </a:solidFill>
                <a:latin typeface="Arial"/>
                <a:ea typeface="Arial"/>
                <a:cs typeface="Arial"/>
              </a:defRPr>
            </a:lvl4pPr>
            <a:lvl5pPr>
              <a:defRPr sz="1200" b="0">
                <a:solidFill>
                  <a:srgbClr val="526672"/>
                </a:solidFill>
                <a:latin typeface="Arial"/>
                <a:ea typeface="Arial"/>
                <a:cs typeface="Arial"/>
              </a:defRPr>
            </a:lvl5pPr>
            <a:lvl6pPr>
              <a:defRPr sz="1200" b="0">
                <a:solidFill>
                  <a:srgbClr val="526672"/>
                </a:solidFill>
                <a:latin typeface="Arial"/>
                <a:ea typeface="Arial"/>
                <a:cs typeface="Arial"/>
              </a:defRPr>
            </a:lvl6pPr>
            <a:lvl7pPr>
              <a:defRPr sz="1200" b="0">
                <a:solidFill>
                  <a:srgbClr val="526672"/>
                </a:solidFill>
                <a:latin typeface="Arial"/>
                <a:ea typeface="Arial"/>
                <a:cs typeface="Arial"/>
              </a:defRPr>
            </a:lvl7pPr>
            <a:lvl8pPr>
              <a:defRPr sz="1200" b="0">
                <a:solidFill>
                  <a:srgbClr val="526672"/>
                </a:solidFill>
                <a:latin typeface="Arial"/>
                <a:ea typeface="Arial"/>
                <a:cs typeface="Arial"/>
              </a:defRPr>
            </a:lvl8pPr>
            <a:lvl9pPr>
              <a:defRPr sz="1200" b="0">
                <a:solidFill>
                  <a:srgbClr val="526672"/>
                </a:solidFill>
                <a:latin typeface="Arial"/>
                <a:ea typeface="Arial"/>
                <a:cs typeface="Arial"/>
              </a:defRPr>
            </a:lvl9pPr>
          </a:lstStyle>
          <a:p xmlns:a="http://schemas.openxmlformats.org/drawingml/2006/main">
            <a:pPr>
              <a:defRPr sz="1200" b="0">
                <a:solidFill>
                  <a:srgbClr val="526672"/>
                </a:solidFill>
                <a:latin typeface="Arial"/>
                <a:ea typeface="Arial"/>
                <a:cs typeface="Arial"/>
              </a:defRPr>
            </a:pPr>
            <a:r>
              <a:rPr sz="1200" b="0">
                <a:solidFill>
                  <a:srgbClr val="526672"/>
                </a:solidFill>
                <a:latin typeface="Arial"/>
                <a:ea typeface="Arial"/>
                <a:cs typeface="Arial"/>
              </a:rPr>
              <a:t>02 / 10</a:t>
            </a:r>
          </a:p>
        </p:txBody>
      </p:sp>
      <p:sp>
        <p:nvSpPr>
          <p:cNvPr id="4" name="source">
            <a:extLst xmlns:a="http://schemas.openxmlformats.org/drawingml/2006/main">
              <a:ext uri="{FF2B5EF4-FFF2-40B4-BE49-F238E27FC236}">
                <a16:creationId xmlns:a16="http://schemas.microsoft.com/office/drawing/2014/main" id="{AA442E2F-44C0-4B83-8FD4-5C0439D2AB17}"/>
              </a:ext>
            </a:extLst>
          </p:cNvPr>
          <p:cNvSpPr>
            <a:spLocks xmlns:a="http://schemas.openxmlformats.org/drawingml/2006/main" noGrp="1"/>
          </p:cNvSpPr>
          <p:nvPr/>
        </p:nvSpPr>
        <p:spPr>
          <a:xfrm xmlns:a="http://schemas.openxmlformats.org/drawingml/2006/main">
            <a:off x="685800" y="6334125"/>
            <a:ext cx="952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672"/>
                </a:solidFill>
                <a:latin typeface="Arial"/>
                <a:ea typeface="Arial"/>
                <a:cs typeface="Arial"/>
              </a:defRPr>
            </a:defPPr>
            <a:lvl1pPr>
              <a:defRPr sz="1125" b="0">
                <a:solidFill>
                  <a:srgbClr val="526672"/>
                </a:solidFill>
                <a:latin typeface="Arial"/>
                <a:ea typeface="Arial"/>
                <a:cs typeface="Arial"/>
              </a:defRPr>
            </a:lvl1pPr>
            <a:lvl2pPr>
              <a:defRPr sz="1125" b="0">
                <a:solidFill>
                  <a:srgbClr val="526672"/>
                </a:solidFill>
                <a:latin typeface="Arial"/>
                <a:ea typeface="Arial"/>
                <a:cs typeface="Arial"/>
              </a:defRPr>
            </a:lvl2pPr>
            <a:lvl3pPr>
              <a:defRPr sz="1125" b="0">
                <a:solidFill>
                  <a:srgbClr val="526672"/>
                </a:solidFill>
                <a:latin typeface="Arial"/>
                <a:ea typeface="Arial"/>
                <a:cs typeface="Arial"/>
              </a:defRPr>
            </a:lvl3pPr>
            <a:lvl4pPr>
              <a:defRPr sz="1125" b="0">
                <a:solidFill>
                  <a:srgbClr val="526672"/>
                </a:solidFill>
                <a:latin typeface="Arial"/>
                <a:ea typeface="Arial"/>
                <a:cs typeface="Arial"/>
              </a:defRPr>
            </a:lvl4pPr>
            <a:lvl5pPr>
              <a:defRPr sz="1125" b="0">
                <a:solidFill>
                  <a:srgbClr val="526672"/>
                </a:solidFill>
                <a:latin typeface="Arial"/>
                <a:ea typeface="Arial"/>
                <a:cs typeface="Arial"/>
              </a:defRPr>
            </a:lvl5pPr>
            <a:lvl6pPr>
              <a:defRPr sz="1125" b="0">
                <a:solidFill>
                  <a:srgbClr val="526672"/>
                </a:solidFill>
                <a:latin typeface="Arial"/>
                <a:ea typeface="Arial"/>
                <a:cs typeface="Arial"/>
              </a:defRPr>
            </a:lvl6pPr>
            <a:lvl7pPr>
              <a:defRPr sz="1125" b="0">
                <a:solidFill>
                  <a:srgbClr val="526672"/>
                </a:solidFill>
                <a:latin typeface="Arial"/>
                <a:ea typeface="Arial"/>
                <a:cs typeface="Arial"/>
              </a:defRPr>
            </a:lvl7pPr>
            <a:lvl8pPr>
              <a:defRPr sz="1125" b="0">
                <a:solidFill>
                  <a:srgbClr val="526672"/>
                </a:solidFill>
                <a:latin typeface="Arial"/>
                <a:ea typeface="Arial"/>
                <a:cs typeface="Arial"/>
              </a:defRPr>
            </a:lvl8pPr>
            <a:lvl9pPr>
              <a:defRPr sz="1125" b="0">
                <a:solidFill>
                  <a:srgbClr val="526672"/>
                </a:solidFill>
                <a:latin typeface="Arial"/>
                <a:ea typeface="Arial"/>
                <a:cs typeface="Arial"/>
              </a:defRPr>
            </a:lvl9pPr>
          </a:lstStyle>
          <a:p xmlns:a="http://schemas.openxmlformats.org/drawingml/2006/main">
            <a:pPr>
              <a:defRPr sz="1125" b="0">
                <a:solidFill>
                  <a:srgbClr val="526672"/>
                </a:solidFill>
                <a:latin typeface="Arial"/>
                <a:ea typeface="Arial"/>
                <a:cs typeface="Arial"/>
              </a:defRPr>
            </a:pPr>
            <a:r>
              <a:rPr sz="1125" b="0">
                <a:solidFill>
                  <a:srgbClr val="526672"/>
                </a:solidFill>
                <a:latin typeface="Arial"/>
                <a:ea typeface="Arial"/>
                <a:cs typeface="Arial"/>
              </a:rPr>
              <a:t>Boswell &amp; Foucher, Chapter 10, pp. 110</a:t>
            </a:r>
          </a:p>
        </p:txBody>
      </p:sp>
      <p:sp>
        <p:nvSpPr>
          <p:cNvPr id="5" name="title">
            <a:extLst xmlns:a="http://schemas.openxmlformats.org/drawingml/2006/main">
              <a:ext uri="{FF2B5EF4-FFF2-40B4-BE49-F238E27FC236}">
                <a16:creationId xmlns:a16="http://schemas.microsoft.com/office/drawing/2014/main" id="{BAF94E06-82A8-45F2-BB6A-D7B352A8F9CD}"/>
              </a:ext>
            </a:extLst>
          </p:cNvPr>
          <p:cNvSpPr>
            <a:spLocks xmlns:a="http://schemas.openxmlformats.org/drawingml/2006/main" noGrp="1"/>
          </p:cNvSpPr>
          <p:nvPr/>
        </p:nvSpPr>
        <p:spPr>
          <a:xfrm xmlns:a="http://schemas.openxmlformats.org/drawingml/2006/main">
            <a:off x="685800" y="876300"/>
            <a:ext cx="108204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42B3B"/>
                </a:solidFill>
                <a:latin typeface="Arial"/>
                <a:ea typeface="Arial"/>
                <a:cs typeface="Arial"/>
              </a:defRPr>
            </a:defPPr>
            <a:lvl1pPr>
              <a:defRPr sz="3150" b="1">
                <a:solidFill>
                  <a:srgbClr val="142B3B"/>
                </a:solidFill>
                <a:latin typeface="Arial"/>
                <a:ea typeface="Arial"/>
                <a:cs typeface="Arial"/>
              </a:defRPr>
            </a:lvl1pPr>
            <a:lvl2pPr>
              <a:defRPr sz="3150" b="1">
                <a:solidFill>
                  <a:srgbClr val="142B3B"/>
                </a:solidFill>
                <a:latin typeface="Arial"/>
                <a:ea typeface="Arial"/>
                <a:cs typeface="Arial"/>
              </a:defRPr>
            </a:lvl2pPr>
            <a:lvl3pPr>
              <a:defRPr sz="3150" b="1">
                <a:solidFill>
                  <a:srgbClr val="142B3B"/>
                </a:solidFill>
                <a:latin typeface="Arial"/>
                <a:ea typeface="Arial"/>
                <a:cs typeface="Arial"/>
              </a:defRPr>
            </a:lvl3pPr>
            <a:lvl4pPr>
              <a:defRPr sz="3150" b="1">
                <a:solidFill>
                  <a:srgbClr val="142B3B"/>
                </a:solidFill>
                <a:latin typeface="Arial"/>
                <a:ea typeface="Arial"/>
                <a:cs typeface="Arial"/>
              </a:defRPr>
            </a:lvl4pPr>
            <a:lvl5pPr>
              <a:defRPr sz="3150" b="1">
                <a:solidFill>
                  <a:srgbClr val="142B3B"/>
                </a:solidFill>
                <a:latin typeface="Arial"/>
                <a:ea typeface="Arial"/>
                <a:cs typeface="Arial"/>
              </a:defRPr>
            </a:lvl5pPr>
            <a:lvl6pPr>
              <a:defRPr sz="3150" b="1">
                <a:solidFill>
                  <a:srgbClr val="142B3B"/>
                </a:solidFill>
                <a:latin typeface="Arial"/>
                <a:ea typeface="Arial"/>
                <a:cs typeface="Arial"/>
              </a:defRPr>
            </a:lvl6pPr>
            <a:lvl7pPr>
              <a:defRPr sz="3150" b="1">
                <a:solidFill>
                  <a:srgbClr val="142B3B"/>
                </a:solidFill>
                <a:latin typeface="Arial"/>
                <a:ea typeface="Arial"/>
                <a:cs typeface="Arial"/>
              </a:defRPr>
            </a:lvl7pPr>
            <a:lvl8pPr>
              <a:defRPr sz="3150" b="1">
                <a:solidFill>
                  <a:srgbClr val="142B3B"/>
                </a:solidFill>
                <a:latin typeface="Arial"/>
                <a:ea typeface="Arial"/>
                <a:cs typeface="Arial"/>
              </a:defRPr>
            </a:lvl8pPr>
            <a:lvl9pPr>
              <a:defRPr sz="3150" b="1">
                <a:solidFill>
                  <a:srgbClr val="142B3B"/>
                </a:solidFill>
                <a:latin typeface="Arial"/>
                <a:ea typeface="Arial"/>
                <a:cs typeface="Arial"/>
              </a:defRPr>
            </a:lvl9pPr>
          </a:lstStyle>
          <a:p xmlns:a="http://schemas.openxmlformats.org/drawingml/2006/main">
            <a:pPr>
              <a:defRPr sz="3150" b="1">
                <a:solidFill>
                  <a:srgbClr val="142B3B"/>
                </a:solidFill>
                <a:latin typeface="Arial"/>
                <a:ea typeface="Arial"/>
                <a:cs typeface="Arial"/>
              </a:defRPr>
            </a:pPr>
            <a:r>
              <a:rPr sz="3150" b="1">
                <a:solidFill>
                  <a:srgbClr val="142B3B"/>
                </a:solidFill>
                <a:latin typeface="Arial"/>
                <a:ea typeface="Arial"/>
                <a:cs typeface="Arial"/>
              </a:rPr>
              <a:t>Three steps to find a small task</a:t>
            </a:r>
          </a:p>
        </p:txBody>
      </p:sp>
      <p:sp>
        <p:nvSpPr>
          <p:cNvPr id="6" name="step-0">
            <a:extLst xmlns:a="http://schemas.openxmlformats.org/drawingml/2006/main">
              <a:ext uri="{FF2B5EF4-FFF2-40B4-BE49-F238E27FC236}">
                <a16:creationId xmlns:a16="http://schemas.microsoft.com/office/drawing/2014/main" id="{4E5D707B-A8AF-4659-A555-C380D5150B20}"/>
              </a:ext>
            </a:extLst>
          </p:cNvPr>
          <p:cNvSpPr>
            <a:spLocks xmlns:a="http://schemas.openxmlformats.org/drawingml/2006/main" noGrp="1"/>
          </p:cNvSpPr>
          <p:nvPr/>
        </p:nvSpPr>
        <p:spPr>
          <a:xfrm xmlns:a="http://schemas.openxmlformats.org/drawingml/2006/main">
            <a:off x="685800" y="2047875"/>
            <a:ext cx="666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600" b="1">
                <a:solidFill>
                  <a:srgbClr val="007D78"/>
                </a:solidFill>
                <a:latin typeface="Arial"/>
                <a:ea typeface="Arial"/>
                <a:cs typeface="Arial"/>
              </a:defRPr>
            </a:defPPr>
            <a:lvl1pPr>
              <a:defRPr sz="3600" b="1">
                <a:solidFill>
                  <a:srgbClr val="007D78"/>
                </a:solidFill>
                <a:latin typeface="Arial"/>
                <a:ea typeface="Arial"/>
                <a:cs typeface="Arial"/>
              </a:defRPr>
            </a:lvl1pPr>
            <a:lvl2pPr>
              <a:defRPr sz="3600" b="1">
                <a:solidFill>
                  <a:srgbClr val="007D78"/>
                </a:solidFill>
                <a:latin typeface="Arial"/>
                <a:ea typeface="Arial"/>
                <a:cs typeface="Arial"/>
              </a:defRPr>
            </a:lvl2pPr>
            <a:lvl3pPr>
              <a:defRPr sz="3600" b="1">
                <a:solidFill>
                  <a:srgbClr val="007D78"/>
                </a:solidFill>
                <a:latin typeface="Arial"/>
                <a:ea typeface="Arial"/>
                <a:cs typeface="Arial"/>
              </a:defRPr>
            </a:lvl3pPr>
            <a:lvl4pPr>
              <a:defRPr sz="3600" b="1">
                <a:solidFill>
                  <a:srgbClr val="007D78"/>
                </a:solidFill>
                <a:latin typeface="Arial"/>
                <a:ea typeface="Arial"/>
                <a:cs typeface="Arial"/>
              </a:defRPr>
            </a:lvl4pPr>
            <a:lvl5pPr>
              <a:defRPr sz="3600" b="1">
                <a:solidFill>
                  <a:srgbClr val="007D78"/>
                </a:solidFill>
                <a:latin typeface="Arial"/>
                <a:ea typeface="Arial"/>
                <a:cs typeface="Arial"/>
              </a:defRPr>
            </a:lvl5pPr>
            <a:lvl6pPr>
              <a:defRPr sz="3600" b="1">
                <a:solidFill>
                  <a:srgbClr val="007D78"/>
                </a:solidFill>
                <a:latin typeface="Arial"/>
                <a:ea typeface="Arial"/>
                <a:cs typeface="Arial"/>
              </a:defRPr>
            </a:lvl6pPr>
            <a:lvl7pPr>
              <a:defRPr sz="3600" b="1">
                <a:solidFill>
                  <a:srgbClr val="007D78"/>
                </a:solidFill>
                <a:latin typeface="Arial"/>
                <a:ea typeface="Arial"/>
                <a:cs typeface="Arial"/>
              </a:defRPr>
            </a:lvl7pPr>
            <a:lvl8pPr>
              <a:defRPr sz="3600" b="1">
                <a:solidFill>
                  <a:srgbClr val="007D78"/>
                </a:solidFill>
                <a:latin typeface="Arial"/>
                <a:ea typeface="Arial"/>
                <a:cs typeface="Arial"/>
              </a:defRPr>
            </a:lvl8pPr>
            <a:lvl9pPr>
              <a:defRPr sz="3600" b="1">
                <a:solidFill>
                  <a:srgbClr val="007D78"/>
                </a:solidFill>
                <a:latin typeface="Arial"/>
                <a:ea typeface="Arial"/>
                <a:cs typeface="Arial"/>
              </a:defRPr>
            </a:lvl9pPr>
          </a:lstStyle>
          <a:p xmlns:a="http://schemas.openxmlformats.org/drawingml/2006/main">
            <a:pPr>
              <a:defRPr sz="3600" b="1">
                <a:solidFill>
                  <a:srgbClr val="007D78"/>
                </a:solidFill>
                <a:latin typeface="Arial"/>
                <a:ea typeface="Arial"/>
                <a:cs typeface="Arial"/>
              </a:defRPr>
            </a:pPr>
            <a:r>
              <a:rPr sz="3600" b="1">
                <a:solidFill>
                  <a:srgbClr val="007D78"/>
                </a:solidFill>
                <a:latin typeface="Arial"/>
                <a:ea typeface="Arial"/>
                <a:cs typeface="Arial"/>
              </a:rPr>
              <a:t>1</a:t>
            </a:r>
          </a:p>
        </p:txBody>
      </p:sp>
      <p:sp>
        <p:nvSpPr>
          <p:cNvPr id="7" name="step-title-0">
            <a:extLst xmlns:a="http://schemas.openxmlformats.org/drawingml/2006/main">
              <a:ext uri="{FF2B5EF4-FFF2-40B4-BE49-F238E27FC236}">
                <a16:creationId xmlns:a16="http://schemas.microsoft.com/office/drawing/2014/main" id="{EBE6D821-BDF0-41C1-BB6D-5D93EFF3CA10}"/>
              </a:ext>
            </a:extLst>
          </p:cNvPr>
          <p:cNvSpPr>
            <a:spLocks xmlns:a="http://schemas.openxmlformats.org/drawingml/2006/main" noGrp="1"/>
          </p:cNvSpPr>
          <p:nvPr/>
        </p:nvSpPr>
        <p:spPr>
          <a:xfrm xmlns:a="http://schemas.openxmlformats.org/drawingml/2006/main">
            <a:off x="1619250" y="2047875"/>
            <a:ext cx="952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142B3B"/>
                </a:solidFill>
                <a:latin typeface="Arial"/>
                <a:ea typeface="Arial"/>
                <a:cs typeface="Arial"/>
              </a:defRPr>
            </a:defPPr>
            <a:lvl1pPr>
              <a:defRPr sz="2250" b="1">
                <a:solidFill>
                  <a:srgbClr val="142B3B"/>
                </a:solidFill>
                <a:latin typeface="Arial"/>
                <a:ea typeface="Arial"/>
                <a:cs typeface="Arial"/>
              </a:defRPr>
            </a:lvl1pPr>
            <a:lvl2pPr>
              <a:defRPr sz="2250" b="1">
                <a:solidFill>
                  <a:srgbClr val="142B3B"/>
                </a:solidFill>
                <a:latin typeface="Arial"/>
                <a:ea typeface="Arial"/>
                <a:cs typeface="Arial"/>
              </a:defRPr>
            </a:lvl2pPr>
            <a:lvl3pPr>
              <a:defRPr sz="2250" b="1">
                <a:solidFill>
                  <a:srgbClr val="142B3B"/>
                </a:solidFill>
                <a:latin typeface="Arial"/>
                <a:ea typeface="Arial"/>
                <a:cs typeface="Arial"/>
              </a:defRPr>
            </a:lvl3pPr>
            <a:lvl4pPr>
              <a:defRPr sz="2250" b="1">
                <a:solidFill>
                  <a:srgbClr val="142B3B"/>
                </a:solidFill>
                <a:latin typeface="Arial"/>
                <a:ea typeface="Arial"/>
                <a:cs typeface="Arial"/>
              </a:defRPr>
            </a:lvl4pPr>
            <a:lvl5pPr>
              <a:defRPr sz="2250" b="1">
                <a:solidFill>
                  <a:srgbClr val="142B3B"/>
                </a:solidFill>
                <a:latin typeface="Arial"/>
                <a:ea typeface="Arial"/>
                <a:cs typeface="Arial"/>
              </a:defRPr>
            </a:lvl5pPr>
            <a:lvl6pPr>
              <a:defRPr sz="2250" b="1">
                <a:solidFill>
                  <a:srgbClr val="142B3B"/>
                </a:solidFill>
                <a:latin typeface="Arial"/>
                <a:ea typeface="Arial"/>
                <a:cs typeface="Arial"/>
              </a:defRPr>
            </a:lvl6pPr>
            <a:lvl7pPr>
              <a:defRPr sz="2250" b="1">
                <a:solidFill>
                  <a:srgbClr val="142B3B"/>
                </a:solidFill>
                <a:latin typeface="Arial"/>
                <a:ea typeface="Arial"/>
                <a:cs typeface="Arial"/>
              </a:defRPr>
            </a:lvl7pPr>
            <a:lvl8pPr>
              <a:defRPr sz="2250" b="1">
                <a:solidFill>
                  <a:srgbClr val="142B3B"/>
                </a:solidFill>
                <a:latin typeface="Arial"/>
                <a:ea typeface="Arial"/>
                <a:cs typeface="Arial"/>
              </a:defRPr>
            </a:lvl8pPr>
            <a:lvl9pPr>
              <a:defRPr sz="2250" b="1">
                <a:solidFill>
                  <a:srgbClr val="142B3B"/>
                </a:solidFill>
                <a:latin typeface="Arial"/>
                <a:ea typeface="Arial"/>
                <a:cs typeface="Arial"/>
              </a:defRPr>
            </a:lvl9pPr>
          </a:lstStyle>
          <a:p xmlns:a="http://schemas.openxmlformats.org/drawingml/2006/main">
            <a:pPr>
              <a:defRPr sz="2250" b="1">
                <a:solidFill>
                  <a:srgbClr val="142B3B"/>
                </a:solidFill>
                <a:latin typeface="Arial"/>
                <a:ea typeface="Arial"/>
                <a:cs typeface="Arial"/>
              </a:defRPr>
            </a:pPr>
            <a:r>
              <a:rPr sz="2250" b="1">
                <a:solidFill>
                  <a:srgbClr val="142B3B"/>
                </a:solidFill>
                <a:latin typeface="Arial"/>
                <a:ea typeface="Arial"/>
                <a:cs typeface="Arial"/>
              </a:rPr>
              <a:t>Find the main goal</a:t>
            </a:r>
          </a:p>
        </p:txBody>
      </p:sp>
      <p:sp>
        <p:nvSpPr>
          <p:cNvPr id="8" name="step-body-0">
            <a:extLst xmlns:a="http://schemas.openxmlformats.org/drawingml/2006/main">
              <a:ext uri="{FF2B5EF4-FFF2-40B4-BE49-F238E27FC236}">
                <a16:creationId xmlns:a16="http://schemas.microsoft.com/office/drawing/2014/main" id="{33FAB7B9-7C5B-4BCB-BD77-D543E02FAFE0}"/>
              </a:ext>
            </a:extLst>
          </p:cNvPr>
          <p:cNvSpPr>
            <a:spLocks xmlns:a="http://schemas.openxmlformats.org/drawingml/2006/main" noGrp="1"/>
          </p:cNvSpPr>
          <p:nvPr/>
        </p:nvSpPr>
        <p:spPr>
          <a:xfrm xmlns:a="http://schemas.openxmlformats.org/drawingml/2006/main">
            <a:off x="1619250" y="2505075"/>
            <a:ext cx="9525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526672"/>
                </a:solidFill>
                <a:latin typeface="Arial"/>
                <a:ea typeface="Arial"/>
                <a:cs typeface="Arial"/>
              </a:defRPr>
            </a:defPPr>
            <a:lvl1pPr>
              <a:defRPr sz="1950" b="0">
                <a:solidFill>
                  <a:srgbClr val="526672"/>
                </a:solidFill>
                <a:latin typeface="Arial"/>
                <a:ea typeface="Arial"/>
                <a:cs typeface="Arial"/>
              </a:defRPr>
            </a:lvl1pPr>
            <a:lvl2pPr>
              <a:defRPr sz="1950" b="0">
                <a:solidFill>
                  <a:srgbClr val="526672"/>
                </a:solidFill>
                <a:latin typeface="Arial"/>
                <a:ea typeface="Arial"/>
                <a:cs typeface="Arial"/>
              </a:defRPr>
            </a:lvl2pPr>
            <a:lvl3pPr>
              <a:defRPr sz="1950" b="0">
                <a:solidFill>
                  <a:srgbClr val="526672"/>
                </a:solidFill>
                <a:latin typeface="Arial"/>
                <a:ea typeface="Arial"/>
                <a:cs typeface="Arial"/>
              </a:defRPr>
            </a:lvl3pPr>
            <a:lvl4pPr>
              <a:defRPr sz="1950" b="0">
                <a:solidFill>
                  <a:srgbClr val="526672"/>
                </a:solidFill>
                <a:latin typeface="Arial"/>
                <a:ea typeface="Arial"/>
                <a:cs typeface="Arial"/>
              </a:defRPr>
            </a:lvl4pPr>
            <a:lvl5pPr>
              <a:defRPr sz="1950" b="0">
                <a:solidFill>
                  <a:srgbClr val="526672"/>
                </a:solidFill>
                <a:latin typeface="Arial"/>
                <a:ea typeface="Arial"/>
                <a:cs typeface="Arial"/>
              </a:defRPr>
            </a:lvl5pPr>
            <a:lvl6pPr>
              <a:defRPr sz="1950" b="0">
                <a:solidFill>
                  <a:srgbClr val="526672"/>
                </a:solidFill>
                <a:latin typeface="Arial"/>
                <a:ea typeface="Arial"/>
                <a:cs typeface="Arial"/>
              </a:defRPr>
            </a:lvl6pPr>
            <a:lvl7pPr>
              <a:defRPr sz="1950" b="0">
                <a:solidFill>
                  <a:srgbClr val="526672"/>
                </a:solidFill>
                <a:latin typeface="Arial"/>
                <a:ea typeface="Arial"/>
                <a:cs typeface="Arial"/>
              </a:defRPr>
            </a:lvl7pPr>
            <a:lvl8pPr>
              <a:defRPr sz="1950" b="0">
                <a:solidFill>
                  <a:srgbClr val="526672"/>
                </a:solidFill>
                <a:latin typeface="Arial"/>
                <a:ea typeface="Arial"/>
                <a:cs typeface="Arial"/>
              </a:defRPr>
            </a:lvl8pPr>
            <a:lvl9pPr>
              <a:defRPr sz="1950" b="0">
                <a:solidFill>
                  <a:srgbClr val="526672"/>
                </a:solidFill>
                <a:latin typeface="Arial"/>
                <a:ea typeface="Arial"/>
                <a:cs typeface="Arial"/>
              </a:defRPr>
            </a:lvl9pPr>
          </a:lstStyle>
          <a:p xmlns:a="http://schemas.openxmlformats.org/drawingml/2006/main">
            <a:pPr>
              <a:defRPr sz="1950" b="0">
                <a:solidFill>
                  <a:srgbClr val="526672"/>
                </a:solidFill>
                <a:latin typeface="Arial"/>
                <a:ea typeface="Arial"/>
                <a:cs typeface="Arial"/>
              </a:defRPr>
            </a:pPr>
            <a:r>
              <a:rPr sz="1950" b="0">
                <a:solidFill>
                  <a:srgbClr val="526672"/>
                </a:solidFill>
                <a:latin typeface="Arial"/>
                <a:ea typeface="Arial"/>
                <a:cs typeface="Arial"/>
              </a:rPr>
              <a:t>What should this function do?</a:t>
            </a:r>
          </a:p>
        </p:txBody>
      </p:sp>
      <p:sp>
        <p:nvSpPr>
          <p:cNvPr id="9" name="step-1">
            <a:extLst xmlns:a="http://schemas.openxmlformats.org/drawingml/2006/main">
              <a:ext uri="{FF2B5EF4-FFF2-40B4-BE49-F238E27FC236}">
                <a16:creationId xmlns:a16="http://schemas.microsoft.com/office/drawing/2014/main" id="{A706D57D-E583-468F-9DCD-3D80C1B68158}"/>
              </a:ext>
            </a:extLst>
          </p:cNvPr>
          <p:cNvSpPr>
            <a:spLocks xmlns:a="http://schemas.openxmlformats.org/drawingml/2006/main" noGrp="1"/>
          </p:cNvSpPr>
          <p:nvPr/>
        </p:nvSpPr>
        <p:spPr>
          <a:xfrm xmlns:a="http://schemas.openxmlformats.org/drawingml/2006/main">
            <a:off x="685800" y="3286125"/>
            <a:ext cx="666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600" b="1">
                <a:solidFill>
                  <a:srgbClr val="007D78"/>
                </a:solidFill>
                <a:latin typeface="Arial"/>
                <a:ea typeface="Arial"/>
                <a:cs typeface="Arial"/>
              </a:defRPr>
            </a:defPPr>
            <a:lvl1pPr>
              <a:defRPr sz="3600" b="1">
                <a:solidFill>
                  <a:srgbClr val="007D78"/>
                </a:solidFill>
                <a:latin typeface="Arial"/>
                <a:ea typeface="Arial"/>
                <a:cs typeface="Arial"/>
              </a:defRPr>
            </a:lvl1pPr>
            <a:lvl2pPr>
              <a:defRPr sz="3600" b="1">
                <a:solidFill>
                  <a:srgbClr val="007D78"/>
                </a:solidFill>
                <a:latin typeface="Arial"/>
                <a:ea typeface="Arial"/>
                <a:cs typeface="Arial"/>
              </a:defRPr>
            </a:lvl2pPr>
            <a:lvl3pPr>
              <a:defRPr sz="3600" b="1">
                <a:solidFill>
                  <a:srgbClr val="007D78"/>
                </a:solidFill>
                <a:latin typeface="Arial"/>
                <a:ea typeface="Arial"/>
                <a:cs typeface="Arial"/>
              </a:defRPr>
            </a:lvl3pPr>
            <a:lvl4pPr>
              <a:defRPr sz="3600" b="1">
                <a:solidFill>
                  <a:srgbClr val="007D78"/>
                </a:solidFill>
                <a:latin typeface="Arial"/>
                <a:ea typeface="Arial"/>
                <a:cs typeface="Arial"/>
              </a:defRPr>
            </a:lvl4pPr>
            <a:lvl5pPr>
              <a:defRPr sz="3600" b="1">
                <a:solidFill>
                  <a:srgbClr val="007D78"/>
                </a:solidFill>
                <a:latin typeface="Arial"/>
                <a:ea typeface="Arial"/>
                <a:cs typeface="Arial"/>
              </a:defRPr>
            </a:lvl5pPr>
            <a:lvl6pPr>
              <a:defRPr sz="3600" b="1">
                <a:solidFill>
                  <a:srgbClr val="007D78"/>
                </a:solidFill>
                <a:latin typeface="Arial"/>
                <a:ea typeface="Arial"/>
                <a:cs typeface="Arial"/>
              </a:defRPr>
            </a:lvl6pPr>
            <a:lvl7pPr>
              <a:defRPr sz="3600" b="1">
                <a:solidFill>
                  <a:srgbClr val="007D78"/>
                </a:solidFill>
                <a:latin typeface="Arial"/>
                <a:ea typeface="Arial"/>
                <a:cs typeface="Arial"/>
              </a:defRPr>
            </a:lvl7pPr>
            <a:lvl8pPr>
              <a:defRPr sz="3600" b="1">
                <a:solidFill>
                  <a:srgbClr val="007D78"/>
                </a:solidFill>
                <a:latin typeface="Arial"/>
                <a:ea typeface="Arial"/>
                <a:cs typeface="Arial"/>
              </a:defRPr>
            </a:lvl8pPr>
            <a:lvl9pPr>
              <a:defRPr sz="3600" b="1">
                <a:solidFill>
                  <a:srgbClr val="007D78"/>
                </a:solidFill>
                <a:latin typeface="Arial"/>
                <a:ea typeface="Arial"/>
                <a:cs typeface="Arial"/>
              </a:defRPr>
            </a:lvl9pPr>
          </a:lstStyle>
          <a:p xmlns:a="http://schemas.openxmlformats.org/drawingml/2006/main">
            <a:pPr>
              <a:defRPr sz="3600" b="1">
                <a:solidFill>
                  <a:srgbClr val="007D78"/>
                </a:solidFill>
                <a:latin typeface="Arial"/>
                <a:ea typeface="Arial"/>
                <a:cs typeface="Arial"/>
              </a:defRPr>
            </a:pPr>
            <a:r>
              <a:rPr sz="3600" b="1">
                <a:solidFill>
                  <a:srgbClr val="007D78"/>
                </a:solidFill>
                <a:latin typeface="Arial"/>
                <a:ea typeface="Arial"/>
                <a:cs typeface="Arial"/>
              </a:rPr>
              <a:t>2</a:t>
            </a:r>
          </a:p>
        </p:txBody>
      </p:sp>
      <p:sp>
        <p:nvSpPr>
          <p:cNvPr id="10" name="step-title-1">
            <a:extLst xmlns:a="http://schemas.openxmlformats.org/drawingml/2006/main">
              <a:ext uri="{FF2B5EF4-FFF2-40B4-BE49-F238E27FC236}">
                <a16:creationId xmlns:a16="http://schemas.microsoft.com/office/drawing/2014/main" id="{273511F0-3B9E-41E2-9335-D9D92BA08678}"/>
              </a:ext>
            </a:extLst>
          </p:cNvPr>
          <p:cNvSpPr>
            <a:spLocks xmlns:a="http://schemas.openxmlformats.org/drawingml/2006/main" noGrp="1"/>
          </p:cNvSpPr>
          <p:nvPr/>
        </p:nvSpPr>
        <p:spPr>
          <a:xfrm xmlns:a="http://schemas.openxmlformats.org/drawingml/2006/main">
            <a:off x="1619250" y="3286125"/>
            <a:ext cx="952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142B3B"/>
                </a:solidFill>
                <a:latin typeface="Arial"/>
                <a:ea typeface="Arial"/>
                <a:cs typeface="Arial"/>
              </a:defRPr>
            </a:defPPr>
            <a:lvl1pPr>
              <a:defRPr sz="2250" b="1">
                <a:solidFill>
                  <a:srgbClr val="142B3B"/>
                </a:solidFill>
                <a:latin typeface="Arial"/>
                <a:ea typeface="Arial"/>
                <a:cs typeface="Arial"/>
              </a:defRPr>
            </a:lvl1pPr>
            <a:lvl2pPr>
              <a:defRPr sz="2250" b="1">
                <a:solidFill>
                  <a:srgbClr val="142B3B"/>
                </a:solidFill>
                <a:latin typeface="Arial"/>
                <a:ea typeface="Arial"/>
                <a:cs typeface="Arial"/>
              </a:defRPr>
            </a:lvl2pPr>
            <a:lvl3pPr>
              <a:defRPr sz="2250" b="1">
                <a:solidFill>
                  <a:srgbClr val="142B3B"/>
                </a:solidFill>
                <a:latin typeface="Arial"/>
                <a:ea typeface="Arial"/>
                <a:cs typeface="Arial"/>
              </a:defRPr>
            </a:lvl3pPr>
            <a:lvl4pPr>
              <a:defRPr sz="2250" b="1">
                <a:solidFill>
                  <a:srgbClr val="142B3B"/>
                </a:solidFill>
                <a:latin typeface="Arial"/>
                <a:ea typeface="Arial"/>
                <a:cs typeface="Arial"/>
              </a:defRPr>
            </a:lvl4pPr>
            <a:lvl5pPr>
              <a:defRPr sz="2250" b="1">
                <a:solidFill>
                  <a:srgbClr val="142B3B"/>
                </a:solidFill>
                <a:latin typeface="Arial"/>
                <a:ea typeface="Arial"/>
                <a:cs typeface="Arial"/>
              </a:defRPr>
            </a:lvl5pPr>
            <a:lvl6pPr>
              <a:defRPr sz="2250" b="1">
                <a:solidFill>
                  <a:srgbClr val="142B3B"/>
                </a:solidFill>
                <a:latin typeface="Arial"/>
                <a:ea typeface="Arial"/>
                <a:cs typeface="Arial"/>
              </a:defRPr>
            </a:lvl6pPr>
            <a:lvl7pPr>
              <a:defRPr sz="2250" b="1">
                <a:solidFill>
                  <a:srgbClr val="142B3B"/>
                </a:solidFill>
                <a:latin typeface="Arial"/>
                <a:ea typeface="Arial"/>
                <a:cs typeface="Arial"/>
              </a:defRPr>
            </a:lvl7pPr>
            <a:lvl8pPr>
              <a:defRPr sz="2250" b="1">
                <a:solidFill>
                  <a:srgbClr val="142B3B"/>
                </a:solidFill>
                <a:latin typeface="Arial"/>
                <a:ea typeface="Arial"/>
                <a:cs typeface="Arial"/>
              </a:defRPr>
            </a:lvl8pPr>
            <a:lvl9pPr>
              <a:defRPr sz="2250" b="1">
                <a:solidFill>
                  <a:srgbClr val="142B3B"/>
                </a:solidFill>
                <a:latin typeface="Arial"/>
                <a:ea typeface="Arial"/>
                <a:cs typeface="Arial"/>
              </a:defRPr>
            </a:lvl9pPr>
          </a:lstStyle>
          <a:p xmlns:a="http://schemas.openxmlformats.org/drawingml/2006/main">
            <a:pPr>
              <a:defRPr sz="2250" b="1">
                <a:solidFill>
                  <a:srgbClr val="142B3B"/>
                </a:solidFill>
                <a:latin typeface="Arial"/>
                <a:ea typeface="Arial"/>
                <a:cs typeface="Arial"/>
              </a:defRPr>
            </a:pPr>
            <a:r>
              <a:rPr sz="2250" b="1">
                <a:solidFill>
                  <a:srgbClr val="142B3B"/>
                </a:solidFill>
                <a:latin typeface="Arial"/>
                <a:ea typeface="Arial"/>
                <a:cs typeface="Arial"/>
              </a:rPr>
              <a:t>Look for a separate task</a:t>
            </a:r>
          </a:p>
        </p:txBody>
      </p:sp>
      <p:sp>
        <p:nvSpPr>
          <p:cNvPr id="11" name="step-body-1">
            <a:extLst xmlns:a="http://schemas.openxmlformats.org/drawingml/2006/main">
              <a:ext uri="{FF2B5EF4-FFF2-40B4-BE49-F238E27FC236}">
                <a16:creationId xmlns:a16="http://schemas.microsoft.com/office/drawing/2014/main" id="{48FFDEC8-6174-4719-82EB-39BB887C7E35}"/>
              </a:ext>
            </a:extLst>
          </p:cNvPr>
          <p:cNvSpPr>
            <a:spLocks xmlns:a="http://schemas.openxmlformats.org/drawingml/2006/main" noGrp="1"/>
          </p:cNvSpPr>
          <p:nvPr/>
        </p:nvSpPr>
        <p:spPr>
          <a:xfrm xmlns:a="http://schemas.openxmlformats.org/drawingml/2006/main">
            <a:off x="1619250" y="3743325"/>
            <a:ext cx="9525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526672"/>
                </a:solidFill>
                <a:latin typeface="Arial"/>
                <a:ea typeface="Arial"/>
                <a:cs typeface="Arial"/>
              </a:defRPr>
            </a:defPPr>
            <a:lvl1pPr>
              <a:defRPr sz="1950" b="0">
                <a:solidFill>
                  <a:srgbClr val="526672"/>
                </a:solidFill>
                <a:latin typeface="Arial"/>
                <a:ea typeface="Arial"/>
                <a:cs typeface="Arial"/>
              </a:defRPr>
            </a:lvl1pPr>
            <a:lvl2pPr>
              <a:defRPr sz="1950" b="0">
                <a:solidFill>
                  <a:srgbClr val="526672"/>
                </a:solidFill>
                <a:latin typeface="Arial"/>
                <a:ea typeface="Arial"/>
                <a:cs typeface="Arial"/>
              </a:defRPr>
            </a:lvl2pPr>
            <a:lvl3pPr>
              <a:defRPr sz="1950" b="0">
                <a:solidFill>
                  <a:srgbClr val="526672"/>
                </a:solidFill>
                <a:latin typeface="Arial"/>
                <a:ea typeface="Arial"/>
                <a:cs typeface="Arial"/>
              </a:defRPr>
            </a:lvl3pPr>
            <a:lvl4pPr>
              <a:defRPr sz="1950" b="0">
                <a:solidFill>
                  <a:srgbClr val="526672"/>
                </a:solidFill>
                <a:latin typeface="Arial"/>
                <a:ea typeface="Arial"/>
                <a:cs typeface="Arial"/>
              </a:defRPr>
            </a:lvl4pPr>
            <a:lvl5pPr>
              <a:defRPr sz="1950" b="0">
                <a:solidFill>
                  <a:srgbClr val="526672"/>
                </a:solidFill>
                <a:latin typeface="Arial"/>
                <a:ea typeface="Arial"/>
                <a:cs typeface="Arial"/>
              </a:defRPr>
            </a:lvl5pPr>
            <a:lvl6pPr>
              <a:defRPr sz="1950" b="0">
                <a:solidFill>
                  <a:srgbClr val="526672"/>
                </a:solidFill>
                <a:latin typeface="Arial"/>
                <a:ea typeface="Arial"/>
                <a:cs typeface="Arial"/>
              </a:defRPr>
            </a:lvl6pPr>
            <a:lvl7pPr>
              <a:defRPr sz="1950" b="0">
                <a:solidFill>
                  <a:srgbClr val="526672"/>
                </a:solidFill>
                <a:latin typeface="Arial"/>
                <a:ea typeface="Arial"/>
                <a:cs typeface="Arial"/>
              </a:defRPr>
            </a:lvl7pPr>
            <a:lvl8pPr>
              <a:defRPr sz="1950" b="0">
                <a:solidFill>
                  <a:srgbClr val="526672"/>
                </a:solidFill>
                <a:latin typeface="Arial"/>
                <a:ea typeface="Arial"/>
                <a:cs typeface="Arial"/>
              </a:defRPr>
            </a:lvl8pPr>
            <a:lvl9pPr>
              <a:defRPr sz="1950" b="0">
                <a:solidFill>
                  <a:srgbClr val="526672"/>
                </a:solidFill>
                <a:latin typeface="Arial"/>
                <a:ea typeface="Arial"/>
                <a:cs typeface="Arial"/>
              </a:defRPr>
            </a:lvl9pPr>
          </a:lstStyle>
          <a:p xmlns:a="http://schemas.openxmlformats.org/drawingml/2006/main">
            <a:pPr>
              <a:defRPr sz="1950" b="0">
                <a:solidFill>
                  <a:srgbClr val="526672"/>
                </a:solidFill>
                <a:latin typeface="Arial"/>
                <a:ea typeface="Arial"/>
                <a:cs typeface="Arial"/>
              </a:defRPr>
            </a:pPr>
            <a:r>
              <a:rPr sz="1950" b="0">
                <a:solidFill>
                  <a:srgbClr val="526672"/>
                </a:solidFill>
                <a:latin typeface="Arial"/>
                <a:ea typeface="Arial"/>
                <a:cs typeface="Arial"/>
              </a:rPr>
              <a:t>Which lines handle details that distract from that goal?</a:t>
            </a:r>
          </a:p>
        </p:txBody>
      </p:sp>
      <p:sp>
        <p:nvSpPr>
          <p:cNvPr id="12" name="step-2">
            <a:extLst xmlns:a="http://schemas.openxmlformats.org/drawingml/2006/main">
              <a:ext uri="{FF2B5EF4-FFF2-40B4-BE49-F238E27FC236}">
                <a16:creationId xmlns:a16="http://schemas.microsoft.com/office/drawing/2014/main" id="{EC86629F-5EB9-43D0-B20E-925264D0AC2C}"/>
              </a:ext>
            </a:extLst>
          </p:cNvPr>
          <p:cNvSpPr>
            <a:spLocks xmlns:a="http://schemas.openxmlformats.org/drawingml/2006/main" noGrp="1"/>
          </p:cNvSpPr>
          <p:nvPr/>
        </p:nvSpPr>
        <p:spPr>
          <a:xfrm xmlns:a="http://schemas.openxmlformats.org/drawingml/2006/main">
            <a:off x="685800" y="4524375"/>
            <a:ext cx="666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600" b="1">
                <a:solidFill>
                  <a:srgbClr val="007D78"/>
                </a:solidFill>
                <a:latin typeface="Arial"/>
                <a:ea typeface="Arial"/>
                <a:cs typeface="Arial"/>
              </a:defRPr>
            </a:defPPr>
            <a:lvl1pPr>
              <a:defRPr sz="3600" b="1">
                <a:solidFill>
                  <a:srgbClr val="007D78"/>
                </a:solidFill>
                <a:latin typeface="Arial"/>
                <a:ea typeface="Arial"/>
                <a:cs typeface="Arial"/>
              </a:defRPr>
            </a:lvl1pPr>
            <a:lvl2pPr>
              <a:defRPr sz="3600" b="1">
                <a:solidFill>
                  <a:srgbClr val="007D78"/>
                </a:solidFill>
                <a:latin typeface="Arial"/>
                <a:ea typeface="Arial"/>
                <a:cs typeface="Arial"/>
              </a:defRPr>
            </a:lvl2pPr>
            <a:lvl3pPr>
              <a:defRPr sz="3600" b="1">
                <a:solidFill>
                  <a:srgbClr val="007D78"/>
                </a:solidFill>
                <a:latin typeface="Arial"/>
                <a:ea typeface="Arial"/>
                <a:cs typeface="Arial"/>
              </a:defRPr>
            </a:lvl3pPr>
            <a:lvl4pPr>
              <a:defRPr sz="3600" b="1">
                <a:solidFill>
                  <a:srgbClr val="007D78"/>
                </a:solidFill>
                <a:latin typeface="Arial"/>
                <a:ea typeface="Arial"/>
                <a:cs typeface="Arial"/>
              </a:defRPr>
            </a:lvl4pPr>
            <a:lvl5pPr>
              <a:defRPr sz="3600" b="1">
                <a:solidFill>
                  <a:srgbClr val="007D78"/>
                </a:solidFill>
                <a:latin typeface="Arial"/>
                <a:ea typeface="Arial"/>
                <a:cs typeface="Arial"/>
              </a:defRPr>
            </a:lvl5pPr>
            <a:lvl6pPr>
              <a:defRPr sz="3600" b="1">
                <a:solidFill>
                  <a:srgbClr val="007D78"/>
                </a:solidFill>
                <a:latin typeface="Arial"/>
                <a:ea typeface="Arial"/>
                <a:cs typeface="Arial"/>
              </a:defRPr>
            </a:lvl6pPr>
            <a:lvl7pPr>
              <a:defRPr sz="3600" b="1">
                <a:solidFill>
                  <a:srgbClr val="007D78"/>
                </a:solidFill>
                <a:latin typeface="Arial"/>
                <a:ea typeface="Arial"/>
                <a:cs typeface="Arial"/>
              </a:defRPr>
            </a:lvl7pPr>
            <a:lvl8pPr>
              <a:defRPr sz="3600" b="1">
                <a:solidFill>
                  <a:srgbClr val="007D78"/>
                </a:solidFill>
                <a:latin typeface="Arial"/>
                <a:ea typeface="Arial"/>
                <a:cs typeface="Arial"/>
              </a:defRPr>
            </a:lvl8pPr>
            <a:lvl9pPr>
              <a:defRPr sz="3600" b="1">
                <a:solidFill>
                  <a:srgbClr val="007D78"/>
                </a:solidFill>
                <a:latin typeface="Arial"/>
                <a:ea typeface="Arial"/>
                <a:cs typeface="Arial"/>
              </a:defRPr>
            </a:lvl9pPr>
          </a:lstStyle>
          <a:p xmlns:a="http://schemas.openxmlformats.org/drawingml/2006/main">
            <a:pPr>
              <a:defRPr sz="3600" b="1">
                <a:solidFill>
                  <a:srgbClr val="007D78"/>
                </a:solidFill>
                <a:latin typeface="Arial"/>
                <a:ea typeface="Arial"/>
                <a:cs typeface="Arial"/>
              </a:defRPr>
            </a:pPr>
            <a:r>
              <a:rPr sz="3600" b="1">
                <a:solidFill>
                  <a:srgbClr val="007D78"/>
                </a:solidFill>
                <a:latin typeface="Arial"/>
                <a:ea typeface="Arial"/>
                <a:cs typeface="Arial"/>
              </a:rPr>
              <a:t>3</a:t>
            </a:r>
          </a:p>
        </p:txBody>
      </p:sp>
      <p:sp>
        <p:nvSpPr>
          <p:cNvPr id="13" name="step-title-2">
            <a:extLst xmlns:a="http://schemas.openxmlformats.org/drawingml/2006/main">
              <a:ext uri="{FF2B5EF4-FFF2-40B4-BE49-F238E27FC236}">
                <a16:creationId xmlns:a16="http://schemas.microsoft.com/office/drawing/2014/main" id="{DCFE7CB2-EA08-42E8-B108-89E242A212AD}"/>
              </a:ext>
            </a:extLst>
          </p:cNvPr>
          <p:cNvSpPr>
            <a:spLocks xmlns:a="http://schemas.openxmlformats.org/drawingml/2006/main" noGrp="1"/>
          </p:cNvSpPr>
          <p:nvPr/>
        </p:nvSpPr>
        <p:spPr>
          <a:xfrm xmlns:a="http://schemas.openxmlformats.org/drawingml/2006/main">
            <a:off x="1619250" y="4524375"/>
            <a:ext cx="952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142B3B"/>
                </a:solidFill>
                <a:latin typeface="Arial"/>
                <a:ea typeface="Arial"/>
                <a:cs typeface="Arial"/>
              </a:defRPr>
            </a:defPPr>
            <a:lvl1pPr>
              <a:defRPr sz="2250" b="1">
                <a:solidFill>
                  <a:srgbClr val="142B3B"/>
                </a:solidFill>
                <a:latin typeface="Arial"/>
                <a:ea typeface="Arial"/>
                <a:cs typeface="Arial"/>
              </a:defRPr>
            </a:lvl1pPr>
            <a:lvl2pPr>
              <a:defRPr sz="2250" b="1">
                <a:solidFill>
                  <a:srgbClr val="142B3B"/>
                </a:solidFill>
                <a:latin typeface="Arial"/>
                <a:ea typeface="Arial"/>
                <a:cs typeface="Arial"/>
              </a:defRPr>
            </a:lvl2pPr>
            <a:lvl3pPr>
              <a:defRPr sz="2250" b="1">
                <a:solidFill>
                  <a:srgbClr val="142B3B"/>
                </a:solidFill>
                <a:latin typeface="Arial"/>
                <a:ea typeface="Arial"/>
                <a:cs typeface="Arial"/>
              </a:defRPr>
            </a:lvl3pPr>
            <a:lvl4pPr>
              <a:defRPr sz="2250" b="1">
                <a:solidFill>
                  <a:srgbClr val="142B3B"/>
                </a:solidFill>
                <a:latin typeface="Arial"/>
                <a:ea typeface="Arial"/>
                <a:cs typeface="Arial"/>
              </a:defRPr>
            </a:lvl4pPr>
            <a:lvl5pPr>
              <a:defRPr sz="2250" b="1">
                <a:solidFill>
                  <a:srgbClr val="142B3B"/>
                </a:solidFill>
                <a:latin typeface="Arial"/>
                <a:ea typeface="Arial"/>
                <a:cs typeface="Arial"/>
              </a:defRPr>
            </a:lvl5pPr>
            <a:lvl6pPr>
              <a:defRPr sz="2250" b="1">
                <a:solidFill>
                  <a:srgbClr val="142B3B"/>
                </a:solidFill>
                <a:latin typeface="Arial"/>
                <a:ea typeface="Arial"/>
                <a:cs typeface="Arial"/>
              </a:defRPr>
            </a:lvl6pPr>
            <a:lvl7pPr>
              <a:defRPr sz="2250" b="1">
                <a:solidFill>
                  <a:srgbClr val="142B3B"/>
                </a:solidFill>
                <a:latin typeface="Arial"/>
                <a:ea typeface="Arial"/>
                <a:cs typeface="Arial"/>
              </a:defRPr>
            </a:lvl7pPr>
            <a:lvl8pPr>
              <a:defRPr sz="2250" b="1">
                <a:solidFill>
                  <a:srgbClr val="142B3B"/>
                </a:solidFill>
                <a:latin typeface="Arial"/>
                <a:ea typeface="Arial"/>
                <a:cs typeface="Arial"/>
              </a:defRPr>
            </a:lvl8pPr>
            <a:lvl9pPr>
              <a:defRPr sz="2250" b="1">
                <a:solidFill>
                  <a:srgbClr val="142B3B"/>
                </a:solidFill>
                <a:latin typeface="Arial"/>
                <a:ea typeface="Arial"/>
                <a:cs typeface="Arial"/>
              </a:defRPr>
            </a:lvl9pPr>
          </a:lstStyle>
          <a:p xmlns:a="http://schemas.openxmlformats.org/drawingml/2006/main">
            <a:pPr>
              <a:defRPr sz="2250" b="1">
                <a:solidFill>
                  <a:srgbClr val="142B3B"/>
                </a:solidFill>
                <a:latin typeface="Arial"/>
                <a:ea typeface="Arial"/>
                <a:cs typeface="Arial"/>
              </a:defRPr>
            </a:pPr>
            <a:r>
              <a:rPr sz="2250" b="1">
                <a:solidFill>
                  <a:srgbClr val="142B3B"/>
                </a:solidFill>
                <a:latin typeface="Arial"/>
                <a:ea typeface="Arial"/>
                <a:cs typeface="Arial"/>
              </a:rPr>
              <a:t>Move that task into a helper</a:t>
            </a:r>
          </a:p>
        </p:txBody>
      </p:sp>
      <p:sp>
        <p:nvSpPr>
          <p:cNvPr id="14" name="step-body-2">
            <a:extLst xmlns:a="http://schemas.openxmlformats.org/drawingml/2006/main">
              <a:ext uri="{FF2B5EF4-FFF2-40B4-BE49-F238E27FC236}">
                <a16:creationId xmlns:a16="http://schemas.microsoft.com/office/drawing/2014/main" id="{43EB3EB6-0482-4D89-A8CF-0DED1DD903E4}"/>
              </a:ext>
            </a:extLst>
          </p:cNvPr>
          <p:cNvSpPr>
            <a:spLocks xmlns:a="http://schemas.openxmlformats.org/drawingml/2006/main" noGrp="1"/>
          </p:cNvSpPr>
          <p:nvPr/>
        </p:nvSpPr>
        <p:spPr>
          <a:xfrm xmlns:a="http://schemas.openxmlformats.org/drawingml/2006/main">
            <a:off x="1619250" y="4981575"/>
            <a:ext cx="9525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526672"/>
                </a:solidFill>
                <a:latin typeface="Arial"/>
                <a:ea typeface="Arial"/>
                <a:cs typeface="Arial"/>
              </a:defRPr>
            </a:defPPr>
            <a:lvl1pPr>
              <a:defRPr sz="1950" b="0">
                <a:solidFill>
                  <a:srgbClr val="526672"/>
                </a:solidFill>
                <a:latin typeface="Arial"/>
                <a:ea typeface="Arial"/>
                <a:cs typeface="Arial"/>
              </a:defRPr>
            </a:lvl1pPr>
            <a:lvl2pPr>
              <a:defRPr sz="1950" b="0">
                <a:solidFill>
                  <a:srgbClr val="526672"/>
                </a:solidFill>
                <a:latin typeface="Arial"/>
                <a:ea typeface="Arial"/>
                <a:cs typeface="Arial"/>
              </a:defRPr>
            </a:lvl2pPr>
            <a:lvl3pPr>
              <a:defRPr sz="1950" b="0">
                <a:solidFill>
                  <a:srgbClr val="526672"/>
                </a:solidFill>
                <a:latin typeface="Arial"/>
                <a:ea typeface="Arial"/>
                <a:cs typeface="Arial"/>
              </a:defRPr>
            </a:lvl3pPr>
            <a:lvl4pPr>
              <a:defRPr sz="1950" b="0">
                <a:solidFill>
                  <a:srgbClr val="526672"/>
                </a:solidFill>
                <a:latin typeface="Arial"/>
                <a:ea typeface="Arial"/>
                <a:cs typeface="Arial"/>
              </a:defRPr>
            </a:lvl4pPr>
            <a:lvl5pPr>
              <a:defRPr sz="1950" b="0">
                <a:solidFill>
                  <a:srgbClr val="526672"/>
                </a:solidFill>
                <a:latin typeface="Arial"/>
                <a:ea typeface="Arial"/>
                <a:cs typeface="Arial"/>
              </a:defRPr>
            </a:lvl5pPr>
            <a:lvl6pPr>
              <a:defRPr sz="1950" b="0">
                <a:solidFill>
                  <a:srgbClr val="526672"/>
                </a:solidFill>
                <a:latin typeface="Arial"/>
                <a:ea typeface="Arial"/>
                <a:cs typeface="Arial"/>
              </a:defRPr>
            </a:lvl6pPr>
            <a:lvl7pPr>
              <a:defRPr sz="1950" b="0">
                <a:solidFill>
                  <a:srgbClr val="526672"/>
                </a:solidFill>
                <a:latin typeface="Arial"/>
                <a:ea typeface="Arial"/>
                <a:cs typeface="Arial"/>
              </a:defRPr>
            </a:lvl7pPr>
            <a:lvl8pPr>
              <a:defRPr sz="1950" b="0">
                <a:solidFill>
                  <a:srgbClr val="526672"/>
                </a:solidFill>
                <a:latin typeface="Arial"/>
                <a:ea typeface="Arial"/>
                <a:cs typeface="Arial"/>
              </a:defRPr>
            </a:lvl8pPr>
            <a:lvl9pPr>
              <a:defRPr sz="1950" b="0">
                <a:solidFill>
                  <a:srgbClr val="526672"/>
                </a:solidFill>
                <a:latin typeface="Arial"/>
                <a:ea typeface="Arial"/>
                <a:cs typeface="Arial"/>
              </a:defRPr>
            </a:lvl9pPr>
          </a:lstStyle>
          <a:p xmlns:a="http://schemas.openxmlformats.org/drawingml/2006/main">
            <a:pPr>
              <a:defRPr sz="1950" b="0">
                <a:solidFill>
                  <a:srgbClr val="526672"/>
                </a:solidFill>
                <a:latin typeface="Arial"/>
                <a:ea typeface="Arial"/>
                <a:cs typeface="Arial"/>
              </a:defRPr>
            </a:pPr>
            <a:r>
              <a:rPr sz="1950" b="0">
                <a:solidFill>
                  <a:srgbClr val="526672"/>
                </a:solidFill>
                <a:latin typeface="Arial"/>
                <a:ea typeface="Arial"/>
                <a:cs typeface="Arial"/>
              </a:rPr>
              <a:t>Give the new function a clear name.</a:t>
            </a:r>
          </a:p>
        </p:txBody>
      </p:sp>
    </p:spTree>
    <p:extLst>
      <p:ext uri="{BB962C8B-B14F-4D97-AF65-F5344CB8AC3E}">
        <p14:creationId xmlns:p14="http://schemas.microsoft.com/office/powerpoint/2010/main" val="1577069912"/>
      </p:ext>
    </p:extLst>
  </p:cSld>
</p:sld>
</file>

<file path=ppt/slides/slide3.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 name="chapter-label">
            <a:extLst xmlns:a="http://schemas.openxmlformats.org/drawingml/2006/main">
              <a:ext uri="{FF2B5EF4-FFF2-40B4-BE49-F238E27FC236}">
                <a16:creationId xmlns:a16="http://schemas.microsoft.com/office/drawing/2014/main" id="{031A84D3-834A-4CA2-B691-DF7BF9B50BAB}"/>
              </a:ext>
            </a:extLst>
          </p:cNvPr>
          <p:cNvSpPr>
            <a:spLocks xmlns:a="http://schemas.openxmlformats.org/drawingml/2006/main" noGrp="1"/>
          </p:cNvSpPr>
          <p:nvPr/>
        </p:nvSpPr>
        <p:spPr>
          <a:xfrm xmlns:a="http://schemas.openxmlformats.org/drawingml/2006/main">
            <a:off x="685800" y="333375"/>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007D78"/>
                </a:solidFill>
                <a:latin typeface="Arial"/>
                <a:ea typeface="Arial"/>
                <a:cs typeface="Arial"/>
              </a:defRPr>
            </a:defPPr>
            <a:lvl1pPr>
              <a:defRPr sz="1275" b="1">
                <a:solidFill>
                  <a:srgbClr val="007D78"/>
                </a:solidFill>
                <a:latin typeface="Arial"/>
                <a:ea typeface="Arial"/>
                <a:cs typeface="Arial"/>
              </a:defRPr>
            </a:lvl1pPr>
            <a:lvl2pPr>
              <a:defRPr sz="1275" b="1">
                <a:solidFill>
                  <a:srgbClr val="007D78"/>
                </a:solidFill>
                <a:latin typeface="Arial"/>
                <a:ea typeface="Arial"/>
                <a:cs typeface="Arial"/>
              </a:defRPr>
            </a:lvl2pPr>
            <a:lvl3pPr>
              <a:defRPr sz="1275" b="1">
                <a:solidFill>
                  <a:srgbClr val="007D78"/>
                </a:solidFill>
                <a:latin typeface="Arial"/>
                <a:ea typeface="Arial"/>
                <a:cs typeface="Arial"/>
              </a:defRPr>
            </a:lvl3pPr>
            <a:lvl4pPr>
              <a:defRPr sz="1275" b="1">
                <a:solidFill>
                  <a:srgbClr val="007D78"/>
                </a:solidFill>
                <a:latin typeface="Arial"/>
                <a:ea typeface="Arial"/>
                <a:cs typeface="Arial"/>
              </a:defRPr>
            </a:lvl4pPr>
            <a:lvl5pPr>
              <a:defRPr sz="1275" b="1">
                <a:solidFill>
                  <a:srgbClr val="007D78"/>
                </a:solidFill>
                <a:latin typeface="Arial"/>
                <a:ea typeface="Arial"/>
                <a:cs typeface="Arial"/>
              </a:defRPr>
            </a:lvl5pPr>
            <a:lvl6pPr>
              <a:defRPr sz="1275" b="1">
                <a:solidFill>
                  <a:srgbClr val="007D78"/>
                </a:solidFill>
                <a:latin typeface="Arial"/>
                <a:ea typeface="Arial"/>
                <a:cs typeface="Arial"/>
              </a:defRPr>
            </a:lvl6pPr>
            <a:lvl7pPr>
              <a:defRPr sz="1275" b="1">
                <a:solidFill>
                  <a:srgbClr val="007D78"/>
                </a:solidFill>
                <a:latin typeface="Arial"/>
                <a:ea typeface="Arial"/>
                <a:cs typeface="Arial"/>
              </a:defRPr>
            </a:lvl7pPr>
            <a:lvl8pPr>
              <a:defRPr sz="1275" b="1">
                <a:solidFill>
                  <a:srgbClr val="007D78"/>
                </a:solidFill>
                <a:latin typeface="Arial"/>
                <a:ea typeface="Arial"/>
                <a:cs typeface="Arial"/>
              </a:defRPr>
            </a:lvl8pPr>
            <a:lvl9pPr>
              <a:defRPr sz="1275" b="1">
                <a:solidFill>
                  <a:srgbClr val="007D78"/>
                </a:solidFill>
                <a:latin typeface="Arial"/>
                <a:ea typeface="Arial"/>
                <a:cs typeface="Arial"/>
              </a:defRPr>
            </a:lvl9pPr>
          </a:lstStyle>
          <a:p xmlns:a="http://schemas.openxmlformats.org/drawingml/2006/main">
            <a:pPr>
              <a:defRPr sz="1275" b="1">
                <a:solidFill>
                  <a:srgbClr val="007D78"/>
                </a:solidFill>
                <a:latin typeface="Arial"/>
                <a:ea typeface="Arial"/>
                <a:cs typeface="Arial"/>
              </a:defRPr>
            </a:pPr>
            <a:r>
              <a:rPr sz="1275" b="1">
                <a:solidFill>
                  <a:srgbClr val="007D78"/>
                </a:solidFill>
                <a:latin typeface="Arial"/>
                <a:ea typeface="Arial"/>
                <a:cs typeface="Arial"/>
              </a:rPr>
              <a:t>CHAPTER 10</a:t>
            </a:r>
          </a:p>
        </p:txBody>
      </p:sp>
      <p:sp>
        <p:nvSpPr>
          <p:cNvPr id="3" name="slide-number">
            <a:extLst xmlns:a="http://schemas.openxmlformats.org/drawingml/2006/main">
              <a:ext uri="{FF2B5EF4-FFF2-40B4-BE49-F238E27FC236}">
                <a16:creationId xmlns:a16="http://schemas.microsoft.com/office/drawing/2014/main" id="{F0A507B2-F3B7-4E53-AF47-4FA52E95E8D3}"/>
              </a:ext>
            </a:extLst>
          </p:cNvPr>
          <p:cNvSpPr>
            <a:spLocks xmlns:a="http://schemas.openxmlformats.org/drawingml/2006/main" noGrp="1"/>
          </p:cNvSpPr>
          <p:nvPr/>
        </p:nvSpPr>
        <p:spPr>
          <a:xfrm xmlns:a="http://schemas.openxmlformats.org/drawingml/2006/main">
            <a:off x="10572750" y="6334125"/>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526672"/>
                </a:solidFill>
                <a:latin typeface="Arial"/>
                <a:ea typeface="Arial"/>
                <a:cs typeface="Arial"/>
              </a:defRPr>
            </a:defPPr>
            <a:lvl1pPr>
              <a:defRPr sz="1200" b="0">
                <a:solidFill>
                  <a:srgbClr val="526672"/>
                </a:solidFill>
                <a:latin typeface="Arial"/>
                <a:ea typeface="Arial"/>
                <a:cs typeface="Arial"/>
              </a:defRPr>
            </a:lvl1pPr>
            <a:lvl2pPr>
              <a:defRPr sz="1200" b="0">
                <a:solidFill>
                  <a:srgbClr val="526672"/>
                </a:solidFill>
                <a:latin typeface="Arial"/>
                <a:ea typeface="Arial"/>
                <a:cs typeface="Arial"/>
              </a:defRPr>
            </a:lvl2pPr>
            <a:lvl3pPr>
              <a:defRPr sz="1200" b="0">
                <a:solidFill>
                  <a:srgbClr val="526672"/>
                </a:solidFill>
                <a:latin typeface="Arial"/>
                <a:ea typeface="Arial"/>
                <a:cs typeface="Arial"/>
              </a:defRPr>
            </a:lvl3pPr>
            <a:lvl4pPr>
              <a:defRPr sz="1200" b="0">
                <a:solidFill>
                  <a:srgbClr val="526672"/>
                </a:solidFill>
                <a:latin typeface="Arial"/>
                <a:ea typeface="Arial"/>
                <a:cs typeface="Arial"/>
              </a:defRPr>
            </a:lvl4pPr>
            <a:lvl5pPr>
              <a:defRPr sz="1200" b="0">
                <a:solidFill>
                  <a:srgbClr val="526672"/>
                </a:solidFill>
                <a:latin typeface="Arial"/>
                <a:ea typeface="Arial"/>
                <a:cs typeface="Arial"/>
              </a:defRPr>
            </a:lvl5pPr>
            <a:lvl6pPr>
              <a:defRPr sz="1200" b="0">
                <a:solidFill>
                  <a:srgbClr val="526672"/>
                </a:solidFill>
                <a:latin typeface="Arial"/>
                <a:ea typeface="Arial"/>
                <a:cs typeface="Arial"/>
              </a:defRPr>
            </a:lvl6pPr>
            <a:lvl7pPr>
              <a:defRPr sz="1200" b="0">
                <a:solidFill>
                  <a:srgbClr val="526672"/>
                </a:solidFill>
                <a:latin typeface="Arial"/>
                <a:ea typeface="Arial"/>
                <a:cs typeface="Arial"/>
              </a:defRPr>
            </a:lvl7pPr>
            <a:lvl8pPr>
              <a:defRPr sz="1200" b="0">
                <a:solidFill>
                  <a:srgbClr val="526672"/>
                </a:solidFill>
                <a:latin typeface="Arial"/>
                <a:ea typeface="Arial"/>
                <a:cs typeface="Arial"/>
              </a:defRPr>
            </a:lvl8pPr>
            <a:lvl9pPr>
              <a:defRPr sz="1200" b="0">
                <a:solidFill>
                  <a:srgbClr val="526672"/>
                </a:solidFill>
                <a:latin typeface="Arial"/>
                <a:ea typeface="Arial"/>
                <a:cs typeface="Arial"/>
              </a:defRPr>
            </a:lvl9pPr>
          </a:lstStyle>
          <a:p xmlns:a="http://schemas.openxmlformats.org/drawingml/2006/main">
            <a:pPr>
              <a:defRPr sz="1200" b="0">
                <a:solidFill>
                  <a:srgbClr val="526672"/>
                </a:solidFill>
                <a:latin typeface="Arial"/>
                <a:ea typeface="Arial"/>
                <a:cs typeface="Arial"/>
              </a:defRPr>
            </a:pPr>
            <a:r>
              <a:rPr sz="1200" b="0">
                <a:solidFill>
                  <a:srgbClr val="526672"/>
                </a:solidFill>
                <a:latin typeface="Arial"/>
                <a:ea typeface="Arial"/>
                <a:cs typeface="Arial"/>
              </a:rPr>
              <a:t>03 / 10</a:t>
            </a:r>
          </a:p>
        </p:txBody>
      </p:sp>
      <p:sp>
        <p:nvSpPr>
          <p:cNvPr id="4" name="source">
            <a:extLst xmlns:a="http://schemas.openxmlformats.org/drawingml/2006/main">
              <a:ext uri="{FF2B5EF4-FFF2-40B4-BE49-F238E27FC236}">
                <a16:creationId xmlns:a16="http://schemas.microsoft.com/office/drawing/2014/main" id="{CEBA987D-71E3-4A3A-8E96-0E928685A79B}"/>
              </a:ext>
            </a:extLst>
          </p:cNvPr>
          <p:cNvSpPr>
            <a:spLocks xmlns:a="http://schemas.openxmlformats.org/drawingml/2006/main" noGrp="1"/>
          </p:cNvSpPr>
          <p:nvPr/>
        </p:nvSpPr>
        <p:spPr>
          <a:xfrm xmlns:a="http://schemas.openxmlformats.org/drawingml/2006/main">
            <a:off x="685800" y="6334125"/>
            <a:ext cx="952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672"/>
                </a:solidFill>
                <a:latin typeface="Arial"/>
                <a:ea typeface="Arial"/>
                <a:cs typeface="Arial"/>
              </a:defRPr>
            </a:defPPr>
            <a:lvl1pPr>
              <a:defRPr sz="1125" b="0">
                <a:solidFill>
                  <a:srgbClr val="526672"/>
                </a:solidFill>
                <a:latin typeface="Arial"/>
                <a:ea typeface="Arial"/>
                <a:cs typeface="Arial"/>
              </a:defRPr>
            </a:lvl1pPr>
            <a:lvl2pPr>
              <a:defRPr sz="1125" b="0">
                <a:solidFill>
                  <a:srgbClr val="526672"/>
                </a:solidFill>
                <a:latin typeface="Arial"/>
                <a:ea typeface="Arial"/>
                <a:cs typeface="Arial"/>
              </a:defRPr>
            </a:lvl2pPr>
            <a:lvl3pPr>
              <a:defRPr sz="1125" b="0">
                <a:solidFill>
                  <a:srgbClr val="526672"/>
                </a:solidFill>
                <a:latin typeface="Arial"/>
                <a:ea typeface="Arial"/>
                <a:cs typeface="Arial"/>
              </a:defRPr>
            </a:lvl3pPr>
            <a:lvl4pPr>
              <a:defRPr sz="1125" b="0">
                <a:solidFill>
                  <a:srgbClr val="526672"/>
                </a:solidFill>
                <a:latin typeface="Arial"/>
                <a:ea typeface="Arial"/>
                <a:cs typeface="Arial"/>
              </a:defRPr>
            </a:lvl4pPr>
            <a:lvl5pPr>
              <a:defRPr sz="1125" b="0">
                <a:solidFill>
                  <a:srgbClr val="526672"/>
                </a:solidFill>
                <a:latin typeface="Arial"/>
                <a:ea typeface="Arial"/>
                <a:cs typeface="Arial"/>
              </a:defRPr>
            </a:lvl5pPr>
            <a:lvl6pPr>
              <a:defRPr sz="1125" b="0">
                <a:solidFill>
                  <a:srgbClr val="526672"/>
                </a:solidFill>
                <a:latin typeface="Arial"/>
                <a:ea typeface="Arial"/>
                <a:cs typeface="Arial"/>
              </a:defRPr>
            </a:lvl6pPr>
            <a:lvl7pPr>
              <a:defRPr sz="1125" b="0">
                <a:solidFill>
                  <a:srgbClr val="526672"/>
                </a:solidFill>
                <a:latin typeface="Arial"/>
                <a:ea typeface="Arial"/>
                <a:cs typeface="Arial"/>
              </a:defRPr>
            </a:lvl7pPr>
            <a:lvl8pPr>
              <a:defRPr sz="1125" b="0">
                <a:solidFill>
                  <a:srgbClr val="526672"/>
                </a:solidFill>
                <a:latin typeface="Arial"/>
                <a:ea typeface="Arial"/>
                <a:cs typeface="Arial"/>
              </a:defRPr>
            </a:lvl8pPr>
            <a:lvl9pPr>
              <a:defRPr sz="1125" b="0">
                <a:solidFill>
                  <a:srgbClr val="526672"/>
                </a:solidFill>
                <a:latin typeface="Arial"/>
                <a:ea typeface="Arial"/>
                <a:cs typeface="Arial"/>
              </a:defRPr>
            </a:lvl9pPr>
          </a:lstStyle>
          <a:p xmlns:a="http://schemas.openxmlformats.org/drawingml/2006/main">
            <a:pPr>
              <a:defRPr sz="1125" b="0">
                <a:solidFill>
                  <a:srgbClr val="526672"/>
                </a:solidFill>
                <a:latin typeface="Arial"/>
                <a:ea typeface="Arial"/>
                <a:cs typeface="Arial"/>
              </a:defRPr>
            </a:pPr>
            <a:r>
              <a:rPr sz="1125" b="0">
                <a:solidFill>
                  <a:srgbClr val="526672"/>
                </a:solidFill>
                <a:latin typeface="Arial"/>
                <a:ea typeface="Arial"/>
                <a:cs typeface="Arial"/>
              </a:rPr>
              <a:t>Boswell &amp; Foucher, Chapter 10, pp. 110–111</a:t>
            </a:r>
          </a:p>
        </p:txBody>
      </p:sp>
      <p:sp>
        <p:nvSpPr>
          <p:cNvPr id="5" name="title">
            <a:extLst xmlns:a="http://schemas.openxmlformats.org/drawingml/2006/main">
              <a:ext uri="{FF2B5EF4-FFF2-40B4-BE49-F238E27FC236}">
                <a16:creationId xmlns:a16="http://schemas.microsoft.com/office/drawing/2014/main" id="{9AF79301-5A72-42C8-8155-DC3D5BDAEAC0}"/>
              </a:ext>
            </a:extLst>
          </p:cNvPr>
          <p:cNvSpPr>
            <a:spLocks xmlns:a="http://schemas.openxmlformats.org/drawingml/2006/main" noGrp="1"/>
          </p:cNvSpPr>
          <p:nvPr/>
        </p:nvSpPr>
        <p:spPr>
          <a:xfrm xmlns:a="http://schemas.openxmlformats.org/drawingml/2006/main">
            <a:off x="685800" y="876300"/>
            <a:ext cx="108204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42B3B"/>
                </a:solidFill>
                <a:latin typeface="Arial"/>
                <a:ea typeface="Arial"/>
                <a:cs typeface="Arial"/>
              </a:defRPr>
            </a:defPPr>
            <a:lvl1pPr>
              <a:defRPr sz="3150" b="1">
                <a:solidFill>
                  <a:srgbClr val="142B3B"/>
                </a:solidFill>
                <a:latin typeface="Arial"/>
                <a:ea typeface="Arial"/>
                <a:cs typeface="Arial"/>
              </a:defRPr>
            </a:lvl1pPr>
            <a:lvl2pPr>
              <a:defRPr sz="3150" b="1">
                <a:solidFill>
                  <a:srgbClr val="142B3B"/>
                </a:solidFill>
                <a:latin typeface="Arial"/>
                <a:ea typeface="Arial"/>
                <a:cs typeface="Arial"/>
              </a:defRPr>
            </a:lvl2pPr>
            <a:lvl3pPr>
              <a:defRPr sz="3150" b="1">
                <a:solidFill>
                  <a:srgbClr val="142B3B"/>
                </a:solidFill>
                <a:latin typeface="Arial"/>
                <a:ea typeface="Arial"/>
                <a:cs typeface="Arial"/>
              </a:defRPr>
            </a:lvl3pPr>
            <a:lvl4pPr>
              <a:defRPr sz="3150" b="1">
                <a:solidFill>
                  <a:srgbClr val="142B3B"/>
                </a:solidFill>
                <a:latin typeface="Arial"/>
                <a:ea typeface="Arial"/>
                <a:cs typeface="Arial"/>
              </a:defRPr>
            </a:lvl4pPr>
            <a:lvl5pPr>
              <a:defRPr sz="3150" b="1">
                <a:solidFill>
                  <a:srgbClr val="142B3B"/>
                </a:solidFill>
                <a:latin typeface="Arial"/>
                <a:ea typeface="Arial"/>
                <a:cs typeface="Arial"/>
              </a:defRPr>
            </a:lvl5pPr>
            <a:lvl6pPr>
              <a:defRPr sz="3150" b="1">
                <a:solidFill>
                  <a:srgbClr val="142B3B"/>
                </a:solidFill>
                <a:latin typeface="Arial"/>
                <a:ea typeface="Arial"/>
                <a:cs typeface="Arial"/>
              </a:defRPr>
            </a:lvl6pPr>
            <a:lvl7pPr>
              <a:defRPr sz="3150" b="1">
                <a:solidFill>
                  <a:srgbClr val="142B3B"/>
                </a:solidFill>
                <a:latin typeface="Arial"/>
                <a:ea typeface="Arial"/>
                <a:cs typeface="Arial"/>
              </a:defRPr>
            </a:lvl7pPr>
            <a:lvl8pPr>
              <a:defRPr sz="3150" b="1">
                <a:solidFill>
                  <a:srgbClr val="142B3B"/>
                </a:solidFill>
                <a:latin typeface="Arial"/>
                <a:ea typeface="Arial"/>
                <a:cs typeface="Arial"/>
              </a:defRPr>
            </a:lvl8pPr>
            <a:lvl9pPr>
              <a:defRPr sz="3150" b="1">
                <a:solidFill>
                  <a:srgbClr val="142B3B"/>
                </a:solidFill>
                <a:latin typeface="Arial"/>
                <a:ea typeface="Arial"/>
                <a:cs typeface="Arial"/>
              </a:defRPr>
            </a:lvl9pPr>
          </a:lstStyle>
          <a:p xmlns:a="http://schemas.openxmlformats.org/drawingml/2006/main">
            <a:pPr>
              <a:defRPr sz="3150" b="1">
                <a:solidFill>
                  <a:srgbClr val="142B3B"/>
                </a:solidFill>
                <a:latin typeface="Arial"/>
                <a:ea typeface="Arial"/>
                <a:cs typeface="Arial"/>
              </a:defRPr>
            </a:pPr>
            <a:r>
              <a:rPr sz="3150" b="1">
                <a:solidFill>
                  <a:srgbClr val="142B3B"/>
                </a:solidFill>
                <a:latin typeface="Arial"/>
                <a:ea typeface="Arial"/>
                <a:cs typeface="Arial"/>
              </a:rPr>
              <a:t>Example: finding the nearest place</a:t>
            </a:r>
          </a:p>
        </p:txBody>
      </p:sp>
      <p:sp>
        <p:nvSpPr>
          <p:cNvPr id="6" name="explanation">
            <a:extLst xmlns:a="http://schemas.openxmlformats.org/drawingml/2006/main">
              <a:ext uri="{FF2B5EF4-FFF2-40B4-BE49-F238E27FC236}">
                <a16:creationId xmlns:a16="http://schemas.microsoft.com/office/drawing/2014/main" id="{04A7EB61-02B0-4936-9E1F-30C2FD65B11F}"/>
              </a:ext>
            </a:extLst>
          </p:cNvPr>
          <p:cNvSpPr>
            <a:spLocks xmlns:a="http://schemas.openxmlformats.org/drawingml/2006/main" noGrp="1"/>
          </p:cNvSpPr>
          <p:nvPr/>
        </p:nvSpPr>
        <p:spPr>
          <a:xfrm xmlns:a="http://schemas.openxmlformats.org/drawingml/2006/main">
            <a:off x="685800" y="2038350"/>
            <a:ext cx="457200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0">
                <a:solidFill>
                  <a:srgbClr val="142B3B"/>
                </a:solidFill>
                <a:latin typeface="Arial"/>
                <a:ea typeface="Arial"/>
                <a:cs typeface="Arial"/>
              </a:defRPr>
            </a:defPPr>
            <a:lvl1pPr>
              <a:defRPr sz="2175" b="0">
                <a:solidFill>
                  <a:srgbClr val="142B3B"/>
                </a:solidFill>
                <a:latin typeface="Arial"/>
                <a:ea typeface="Arial"/>
                <a:cs typeface="Arial"/>
              </a:defRPr>
            </a:lvl1pPr>
            <a:lvl2pPr>
              <a:defRPr sz="2175" b="0">
                <a:solidFill>
                  <a:srgbClr val="142B3B"/>
                </a:solidFill>
                <a:latin typeface="Arial"/>
                <a:ea typeface="Arial"/>
                <a:cs typeface="Arial"/>
              </a:defRPr>
            </a:lvl2pPr>
            <a:lvl3pPr>
              <a:defRPr sz="2175" b="0">
                <a:solidFill>
                  <a:srgbClr val="142B3B"/>
                </a:solidFill>
                <a:latin typeface="Arial"/>
                <a:ea typeface="Arial"/>
                <a:cs typeface="Arial"/>
              </a:defRPr>
            </a:lvl3pPr>
            <a:lvl4pPr>
              <a:defRPr sz="2175" b="0">
                <a:solidFill>
                  <a:srgbClr val="142B3B"/>
                </a:solidFill>
                <a:latin typeface="Arial"/>
                <a:ea typeface="Arial"/>
                <a:cs typeface="Arial"/>
              </a:defRPr>
            </a:lvl4pPr>
            <a:lvl5pPr>
              <a:defRPr sz="2175" b="0">
                <a:solidFill>
                  <a:srgbClr val="142B3B"/>
                </a:solidFill>
                <a:latin typeface="Arial"/>
                <a:ea typeface="Arial"/>
                <a:cs typeface="Arial"/>
              </a:defRPr>
            </a:lvl5pPr>
            <a:lvl6pPr>
              <a:defRPr sz="2175" b="0">
                <a:solidFill>
                  <a:srgbClr val="142B3B"/>
                </a:solidFill>
                <a:latin typeface="Arial"/>
                <a:ea typeface="Arial"/>
                <a:cs typeface="Arial"/>
              </a:defRPr>
            </a:lvl6pPr>
            <a:lvl7pPr>
              <a:defRPr sz="2175" b="0">
                <a:solidFill>
                  <a:srgbClr val="142B3B"/>
                </a:solidFill>
                <a:latin typeface="Arial"/>
                <a:ea typeface="Arial"/>
                <a:cs typeface="Arial"/>
              </a:defRPr>
            </a:lvl7pPr>
            <a:lvl8pPr>
              <a:defRPr sz="2175" b="0">
                <a:solidFill>
                  <a:srgbClr val="142B3B"/>
                </a:solidFill>
                <a:latin typeface="Arial"/>
                <a:ea typeface="Arial"/>
                <a:cs typeface="Arial"/>
              </a:defRPr>
            </a:lvl8pPr>
            <a:lvl9pPr>
              <a:defRPr sz="2175" b="0">
                <a:solidFill>
                  <a:srgbClr val="142B3B"/>
                </a:solidFill>
                <a:latin typeface="Arial"/>
                <a:ea typeface="Arial"/>
                <a:cs typeface="Arial"/>
              </a:defRPr>
            </a:lvl9pPr>
          </a:lstStyle>
          <a:p xmlns:a="http://schemas.openxmlformats.org/drawingml/2006/main">
            <a:pPr>
              <a:defRPr sz="2175" b="0">
                <a:solidFill>
                  <a:srgbClr val="142B3B"/>
                </a:solidFill>
                <a:latin typeface="Arial"/>
                <a:ea typeface="Arial"/>
                <a:cs typeface="Arial"/>
              </a:defRPr>
            </a:pPr>
            <a:r>
              <a:rPr sz="2175" b="0">
                <a:solidFill>
                  <a:srgbClr val="142B3B"/>
                </a:solidFill>
                <a:latin typeface="Arial"/>
                <a:ea typeface="Arial"/>
                <a:cs typeface="Arial"/>
              </a:rPr>
              <a:t>Main goal</a:t>
            </a:r>
          </a:p>
          <a:p xmlns:a="http://schemas.openxmlformats.org/drawingml/2006/main">
            <a:pPr>
              <a:defRPr sz="2175" b="0">
                <a:solidFill>
                  <a:srgbClr val="142B3B"/>
                </a:solidFill>
                <a:latin typeface="Arial"/>
                <a:ea typeface="Arial"/>
                <a:cs typeface="Arial"/>
              </a:defRPr>
            </a:pPr>
            <a:r>
              <a:rPr sz="2175" b="0">
                <a:solidFill>
                  <a:srgbClr val="142B3B"/>
                </a:solidFill>
                <a:latin typeface="Arial"/>
                <a:ea typeface="Arial"/>
                <a:cs typeface="Arial"/>
              </a:rPr>
              <a:t>Choose the place closest to the user.</a:t>
            </a:r>
          </a:p>
          <a:p xmlns:a="http://schemas.openxmlformats.org/drawingml/2006/main">
            <a:r>
              <a:t/>
            </a:r>
          </a:p>
          <a:p xmlns:a="http://schemas.openxmlformats.org/drawingml/2006/main">
            <a:pPr>
              <a:defRPr sz="2175" b="0">
                <a:solidFill>
                  <a:srgbClr val="142B3B"/>
                </a:solidFill>
                <a:latin typeface="Arial"/>
                <a:ea typeface="Arial"/>
                <a:cs typeface="Arial"/>
              </a:defRPr>
            </a:pPr>
            <a:r>
              <a:rPr sz="2175" b="0">
                <a:solidFill>
                  <a:srgbClr val="142B3B"/>
                </a:solidFill>
                <a:latin typeface="Arial"/>
                <a:ea typeface="Arial"/>
                <a:cs typeface="Arial"/>
              </a:rPr>
              <a:t>Small task</a:t>
            </a:r>
          </a:p>
          <a:p xmlns:a="http://schemas.openxmlformats.org/drawingml/2006/main">
            <a:pPr>
              <a:defRPr sz="2175" b="0">
                <a:solidFill>
                  <a:srgbClr val="142B3B"/>
                </a:solidFill>
                <a:latin typeface="Arial"/>
                <a:ea typeface="Arial"/>
                <a:cs typeface="Arial"/>
              </a:defRPr>
            </a:pPr>
            <a:r>
              <a:rPr sz="2175" b="0">
                <a:solidFill>
                  <a:srgbClr val="142B3B"/>
                </a:solidFill>
                <a:latin typeface="Arial"/>
                <a:ea typeface="Arial"/>
                <a:cs typeface="Arial"/>
              </a:rPr>
              <a:t>Work out the distance between two places.</a:t>
            </a:r>
          </a:p>
        </p:txBody>
      </p:sp>
      <p:sp>
        <p:nvSpPr>
          <p:cNvPr id="7" name="code">
            <a:extLst xmlns:a="http://schemas.openxmlformats.org/drawingml/2006/main">
              <a:ext uri="{FF2B5EF4-FFF2-40B4-BE49-F238E27FC236}">
                <a16:creationId xmlns:a16="http://schemas.microsoft.com/office/drawing/2014/main" id="{5A42F3AC-CA61-43E7-8270-24F35E3B742E}"/>
              </a:ext>
            </a:extLst>
          </p:cNvPr>
          <p:cNvSpPr>
            <a:spLocks xmlns:a="http://schemas.openxmlformats.org/drawingml/2006/main" noGrp="1"/>
          </p:cNvSpPr>
          <p:nvPr/>
        </p:nvSpPr>
        <p:spPr>
          <a:xfrm xmlns:a="http://schemas.openxmlformats.org/drawingml/2006/main">
            <a:off x="5857875" y="2076450"/>
            <a:ext cx="5619750" cy="2809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007D78"/>
                </a:solidFill>
                <a:latin typeface="Consolas"/>
                <a:ea typeface="Consolas"/>
                <a:cs typeface="Consolas"/>
              </a:defRPr>
            </a:defPPr>
            <a:lvl1pPr>
              <a:defRPr sz="1875" b="0">
                <a:solidFill>
                  <a:srgbClr val="007D78"/>
                </a:solidFill>
                <a:latin typeface="Consolas"/>
                <a:ea typeface="Consolas"/>
                <a:cs typeface="Consolas"/>
              </a:defRPr>
            </a:lvl1pPr>
            <a:lvl2pPr>
              <a:defRPr sz="1875" b="0">
                <a:solidFill>
                  <a:srgbClr val="007D78"/>
                </a:solidFill>
                <a:latin typeface="Consolas"/>
                <a:ea typeface="Consolas"/>
                <a:cs typeface="Consolas"/>
              </a:defRPr>
            </a:lvl2pPr>
            <a:lvl3pPr>
              <a:defRPr sz="1875" b="0">
                <a:solidFill>
                  <a:srgbClr val="007D78"/>
                </a:solidFill>
                <a:latin typeface="Consolas"/>
                <a:ea typeface="Consolas"/>
                <a:cs typeface="Consolas"/>
              </a:defRPr>
            </a:lvl3pPr>
            <a:lvl4pPr>
              <a:defRPr sz="1875" b="0">
                <a:solidFill>
                  <a:srgbClr val="007D78"/>
                </a:solidFill>
                <a:latin typeface="Consolas"/>
                <a:ea typeface="Consolas"/>
                <a:cs typeface="Consolas"/>
              </a:defRPr>
            </a:lvl4pPr>
            <a:lvl5pPr>
              <a:defRPr sz="1875" b="0">
                <a:solidFill>
                  <a:srgbClr val="007D78"/>
                </a:solidFill>
                <a:latin typeface="Consolas"/>
                <a:ea typeface="Consolas"/>
                <a:cs typeface="Consolas"/>
              </a:defRPr>
            </a:lvl5pPr>
            <a:lvl6pPr>
              <a:defRPr sz="1875" b="0">
                <a:solidFill>
                  <a:srgbClr val="007D78"/>
                </a:solidFill>
                <a:latin typeface="Consolas"/>
                <a:ea typeface="Consolas"/>
                <a:cs typeface="Consolas"/>
              </a:defRPr>
            </a:lvl6pPr>
            <a:lvl7pPr>
              <a:defRPr sz="1875" b="0">
                <a:solidFill>
                  <a:srgbClr val="007D78"/>
                </a:solidFill>
                <a:latin typeface="Consolas"/>
                <a:ea typeface="Consolas"/>
                <a:cs typeface="Consolas"/>
              </a:defRPr>
            </a:lvl7pPr>
            <a:lvl8pPr>
              <a:defRPr sz="1875" b="0">
                <a:solidFill>
                  <a:srgbClr val="007D78"/>
                </a:solidFill>
                <a:latin typeface="Consolas"/>
                <a:ea typeface="Consolas"/>
                <a:cs typeface="Consolas"/>
              </a:defRPr>
            </a:lvl8pPr>
            <a:lvl9pPr>
              <a:defRPr sz="1875" b="0">
                <a:solidFill>
                  <a:srgbClr val="007D78"/>
                </a:solidFill>
                <a:latin typeface="Consolas"/>
                <a:ea typeface="Consolas"/>
                <a:cs typeface="Consolas"/>
              </a:defRPr>
            </a:lvl9pPr>
          </a:lstStyle>
          <a:p xmlns:a="http://schemas.openxmlformats.org/drawingml/2006/main">
            <a:pPr>
              <a:defRPr sz="1875" b="0">
                <a:solidFill>
                  <a:srgbClr val="007D78"/>
                </a:solidFill>
                <a:latin typeface="Consolas"/>
                <a:ea typeface="Consolas"/>
                <a:cs typeface="Consolas"/>
              </a:defRPr>
            </a:pPr>
            <a:r>
              <a:rPr sz="1875" b="0">
                <a:solidFill>
                  <a:srgbClr val="007D78"/>
                </a:solidFill>
                <a:latin typeface="Consolas"/>
                <a:ea typeface="Consolas"/>
                <a:cs typeface="Consolas"/>
              </a:rPr>
              <a:t>for each place:</a:t>
            </a:r>
          </a:p>
          <a:p xmlns:a="http://schemas.openxmlformats.org/drawingml/2006/main">
            <a:pPr>
              <a:defRPr sz="1875" b="0">
                <a:solidFill>
                  <a:srgbClr val="007D78"/>
                </a:solidFill>
                <a:latin typeface="Consolas"/>
                <a:ea typeface="Consolas"/>
                <a:cs typeface="Consolas"/>
              </a:defRPr>
            </a:pPr>
            <a:r>
              <a:rPr sz="1875" b="0">
                <a:solidFill>
                  <a:srgbClr val="007D78"/>
                </a:solidFill>
                <a:latin typeface="Consolas"/>
                <a:ea typeface="Consolas"/>
                <a:cs typeface="Consolas"/>
              </a:rPr>
              <a:t>    distance = spherical_distance(</a:t>
            </a:r>
          </a:p>
          <a:p xmlns:a="http://schemas.openxmlformats.org/drawingml/2006/main">
            <a:pPr>
              <a:defRPr sz="1875" b="0">
                <a:solidFill>
                  <a:srgbClr val="007D78"/>
                </a:solidFill>
                <a:latin typeface="Consolas"/>
                <a:ea typeface="Consolas"/>
                <a:cs typeface="Consolas"/>
              </a:defRPr>
            </a:pPr>
            <a:r>
              <a:rPr sz="1875" b="0">
                <a:solidFill>
                  <a:srgbClr val="007D78"/>
                </a:solidFill>
                <a:latin typeface="Consolas"/>
                <a:ea typeface="Consolas"/>
                <a:cs typeface="Consolas"/>
              </a:rPr>
              <a:t>        user_lat, user_lng,</a:t>
            </a:r>
          </a:p>
          <a:p xmlns:a="http://schemas.openxmlformats.org/drawingml/2006/main">
            <a:pPr>
              <a:defRPr sz="1875" b="0">
                <a:solidFill>
                  <a:srgbClr val="007D78"/>
                </a:solidFill>
                <a:latin typeface="Consolas"/>
                <a:ea typeface="Consolas"/>
                <a:cs typeface="Consolas"/>
              </a:defRPr>
            </a:pPr>
            <a:r>
              <a:rPr sz="1875" b="0">
                <a:solidFill>
                  <a:srgbClr val="007D78"/>
                </a:solidFill>
                <a:latin typeface="Consolas"/>
                <a:ea typeface="Consolas"/>
                <a:cs typeface="Consolas"/>
              </a:rPr>
              <a:t>        place_lat, place_lng)</a:t>
            </a:r>
          </a:p>
          <a:p xmlns:a="http://schemas.openxmlformats.org/drawingml/2006/main">
            <a:pPr>
              <a:defRPr sz="1875" b="0">
                <a:solidFill>
                  <a:srgbClr val="007D78"/>
                </a:solidFill>
                <a:latin typeface="Consolas"/>
                <a:ea typeface="Consolas"/>
                <a:cs typeface="Consolas"/>
              </a:defRPr>
            </a:pPr>
            <a:r>
              <a:rPr sz="1875" b="0">
                <a:solidFill>
                  <a:srgbClr val="007D78"/>
                </a:solidFill>
                <a:latin typeface="Consolas"/>
                <a:ea typeface="Consolas"/>
                <a:cs typeface="Consolas"/>
              </a:rPr>
              <a:t>    keep the nearest place</a:t>
            </a:r>
          </a:p>
        </p:txBody>
      </p:sp>
      <p:sp>
        <p:nvSpPr>
          <p:cNvPr id="8" name="caption">
            <a:extLst xmlns:a="http://schemas.openxmlformats.org/drawingml/2006/main">
              <a:ext uri="{FF2B5EF4-FFF2-40B4-BE49-F238E27FC236}">
                <a16:creationId xmlns:a16="http://schemas.microsoft.com/office/drawing/2014/main" id="{5EF03F27-20AC-44C7-8515-60B4C09B9AFF}"/>
              </a:ext>
            </a:extLst>
          </p:cNvPr>
          <p:cNvSpPr>
            <a:spLocks xmlns:a="http://schemas.openxmlformats.org/drawingml/2006/main" noGrp="1"/>
          </p:cNvSpPr>
          <p:nvPr/>
        </p:nvSpPr>
        <p:spPr>
          <a:xfrm xmlns:a="http://schemas.openxmlformats.org/drawingml/2006/main">
            <a:off x="685800" y="5381625"/>
            <a:ext cx="10763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526672"/>
                </a:solidFill>
                <a:latin typeface="Arial"/>
                <a:ea typeface="Arial"/>
                <a:cs typeface="Arial"/>
              </a:defRPr>
            </a:defPPr>
            <a:lvl1pPr>
              <a:defRPr sz="2025" b="0">
                <a:solidFill>
                  <a:srgbClr val="526672"/>
                </a:solidFill>
                <a:latin typeface="Arial"/>
                <a:ea typeface="Arial"/>
                <a:cs typeface="Arial"/>
              </a:defRPr>
            </a:lvl1pPr>
            <a:lvl2pPr>
              <a:defRPr sz="2025" b="0">
                <a:solidFill>
                  <a:srgbClr val="526672"/>
                </a:solidFill>
                <a:latin typeface="Arial"/>
                <a:ea typeface="Arial"/>
                <a:cs typeface="Arial"/>
              </a:defRPr>
            </a:lvl2pPr>
            <a:lvl3pPr>
              <a:defRPr sz="2025" b="0">
                <a:solidFill>
                  <a:srgbClr val="526672"/>
                </a:solidFill>
                <a:latin typeface="Arial"/>
                <a:ea typeface="Arial"/>
                <a:cs typeface="Arial"/>
              </a:defRPr>
            </a:lvl3pPr>
            <a:lvl4pPr>
              <a:defRPr sz="2025" b="0">
                <a:solidFill>
                  <a:srgbClr val="526672"/>
                </a:solidFill>
                <a:latin typeface="Arial"/>
                <a:ea typeface="Arial"/>
                <a:cs typeface="Arial"/>
              </a:defRPr>
            </a:lvl4pPr>
            <a:lvl5pPr>
              <a:defRPr sz="2025" b="0">
                <a:solidFill>
                  <a:srgbClr val="526672"/>
                </a:solidFill>
                <a:latin typeface="Arial"/>
                <a:ea typeface="Arial"/>
                <a:cs typeface="Arial"/>
              </a:defRPr>
            </a:lvl5pPr>
            <a:lvl6pPr>
              <a:defRPr sz="2025" b="0">
                <a:solidFill>
                  <a:srgbClr val="526672"/>
                </a:solidFill>
                <a:latin typeface="Arial"/>
                <a:ea typeface="Arial"/>
                <a:cs typeface="Arial"/>
              </a:defRPr>
            </a:lvl6pPr>
            <a:lvl7pPr>
              <a:defRPr sz="2025" b="0">
                <a:solidFill>
                  <a:srgbClr val="526672"/>
                </a:solidFill>
                <a:latin typeface="Arial"/>
                <a:ea typeface="Arial"/>
                <a:cs typeface="Arial"/>
              </a:defRPr>
            </a:lvl7pPr>
            <a:lvl8pPr>
              <a:defRPr sz="2025" b="0">
                <a:solidFill>
                  <a:srgbClr val="526672"/>
                </a:solidFill>
                <a:latin typeface="Arial"/>
                <a:ea typeface="Arial"/>
                <a:cs typeface="Arial"/>
              </a:defRPr>
            </a:lvl8pPr>
            <a:lvl9pPr>
              <a:defRPr sz="2025" b="0">
                <a:solidFill>
                  <a:srgbClr val="526672"/>
                </a:solidFill>
                <a:latin typeface="Arial"/>
                <a:ea typeface="Arial"/>
                <a:cs typeface="Arial"/>
              </a:defRPr>
            </a:lvl9pPr>
          </a:lstStyle>
          <a:p xmlns:a="http://schemas.openxmlformats.org/drawingml/2006/main">
            <a:pPr>
              <a:defRPr sz="2025" b="0">
                <a:solidFill>
                  <a:srgbClr val="526672"/>
                </a:solidFill>
                <a:latin typeface="Arial"/>
                <a:ea typeface="Arial"/>
                <a:cs typeface="Arial"/>
              </a:defRPr>
            </a:pPr>
            <a:r>
              <a:rPr sz="2025" b="0">
                <a:solidFill>
                  <a:srgbClr val="526672"/>
                </a:solidFill>
                <a:latin typeface="Arial"/>
                <a:ea typeface="Arial"/>
                <a:cs typeface="Arial"/>
              </a:rPr>
              <a:t>Simple pseudocode: the helper holds the difficult math.</a:t>
            </a:r>
          </a:p>
        </p:txBody>
      </p:sp>
    </p:spTree>
    <p:extLst>
      <p:ext uri="{BB962C8B-B14F-4D97-AF65-F5344CB8AC3E}">
        <p14:creationId xmlns:p14="http://schemas.microsoft.com/office/powerpoint/2010/main" val="610647686"/>
      </p:ext>
    </p:extLst>
  </p:cSld>
</p:sld>
</file>

<file path=ppt/slides/slide4.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 name="chapter-label">
            <a:extLst xmlns:a="http://schemas.openxmlformats.org/drawingml/2006/main">
              <a:ext uri="{FF2B5EF4-FFF2-40B4-BE49-F238E27FC236}">
                <a16:creationId xmlns:a16="http://schemas.microsoft.com/office/drawing/2014/main" id="{C8074DB3-093B-4CBE-A6D0-98E5030EF274}"/>
              </a:ext>
            </a:extLst>
          </p:cNvPr>
          <p:cNvSpPr>
            <a:spLocks xmlns:a="http://schemas.openxmlformats.org/drawingml/2006/main" noGrp="1"/>
          </p:cNvSpPr>
          <p:nvPr/>
        </p:nvSpPr>
        <p:spPr>
          <a:xfrm xmlns:a="http://schemas.openxmlformats.org/drawingml/2006/main">
            <a:off x="685800" y="333375"/>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007D78"/>
                </a:solidFill>
                <a:latin typeface="Arial"/>
                <a:ea typeface="Arial"/>
                <a:cs typeface="Arial"/>
              </a:defRPr>
            </a:defPPr>
            <a:lvl1pPr>
              <a:defRPr sz="1275" b="1">
                <a:solidFill>
                  <a:srgbClr val="007D78"/>
                </a:solidFill>
                <a:latin typeface="Arial"/>
                <a:ea typeface="Arial"/>
                <a:cs typeface="Arial"/>
              </a:defRPr>
            </a:lvl1pPr>
            <a:lvl2pPr>
              <a:defRPr sz="1275" b="1">
                <a:solidFill>
                  <a:srgbClr val="007D78"/>
                </a:solidFill>
                <a:latin typeface="Arial"/>
                <a:ea typeface="Arial"/>
                <a:cs typeface="Arial"/>
              </a:defRPr>
            </a:lvl2pPr>
            <a:lvl3pPr>
              <a:defRPr sz="1275" b="1">
                <a:solidFill>
                  <a:srgbClr val="007D78"/>
                </a:solidFill>
                <a:latin typeface="Arial"/>
                <a:ea typeface="Arial"/>
                <a:cs typeface="Arial"/>
              </a:defRPr>
            </a:lvl3pPr>
            <a:lvl4pPr>
              <a:defRPr sz="1275" b="1">
                <a:solidFill>
                  <a:srgbClr val="007D78"/>
                </a:solidFill>
                <a:latin typeface="Arial"/>
                <a:ea typeface="Arial"/>
                <a:cs typeface="Arial"/>
              </a:defRPr>
            </a:lvl4pPr>
            <a:lvl5pPr>
              <a:defRPr sz="1275" b="1">
                <a:solidFill>
                  <a:srgbClr val="007D78"/>
                </a:solidFill>
                <a:latin typeface="Arial"/>
                <a:ea typeface="Arial"/>
                <a:cs typeface="Arial"/>
              </a:defRPr>
            </a:lvl5pPr>
            <a:lvl6pPr>
              <a:defRPr sz="1275" b="1">
                <a:solidFill>
                  <a:srgbClr val="007D78"/>
                </a:solidFill>
                <a:latin typeface="Arial"/>
                <a:ea typeface="Arial"/>
                <a:cs typeface="Arial"/>
              </a:defRPr>
            </a:lvl6pPr>
            <a:lvl7pPr>
              <a:defRPr sz="1275" b="1">
                <a:solidFill>
                  <a:srgbClr val="007D78"/>
                </a:solidFill>
                <a:latin typeface="Arial"/>
                <a:ea typeface="Arial"/>
                <a:cs typeface="Arial"/>
              </a:defRPr>
            </a:lvl7pPr>
            <a:lvl8pPr>
              <a:defRPr sz="1275" b="1">
                <a:solidFill>
                  <a:srgbClr val="007D78"/>
                </a:solidFill>
                <a:latin typeface="Arial"/>
                <a:ea typeface="Arial"/>
                <a:cs typeface="Arial"/>
              </a:defRPr>
            </a:lvl8pPr>
            <a:lvl9pPr>
              <a:defRPr sz="1275" b="1">
                <a:solidFill>
                  <a:srgbClr val="007D78"/>
                </a:solidFill>
                <a:latin typeface="Arial"/>
                <a:ea typeface="Arial"/>
                <a:cs typeface="Arial"/>
              </a:defRPr>
            </a:lvl9pPr>
          </a:lstStyle>
          <a:p xmlns:a="http://schemas.openxmlformats.org/drawingml/2006/main">
            <a:pPr>
              <a:defRPr sz="1275" b="1">
                <a:solidFill>
                  <a:srgbClr val="007D78"/>
                </a:solidFill>
                <a:latin typeface="Arial"/>
                <a:ea typeface="Arial"/>
                <a:cs typeface="Arial"/>
              </a:defRPr>
            </a:pPr>
            <a:r>
              <a:rPr sz="1275" b="1">
                <a:solidFill>
                  <a:srgbClr val="007D78"/>
                </a:solidFill>
                <a:latin typeface="Arial"/>
                <a:ea typeface="Arial"/>
                <a:cs typeface="Arial"/>
              </a:rPr>
              <a:t>CHAPTER 10</a:t>
            </a:r>
          </a:p>
        </p:txBody>
      </p:sp>
      <p:sp>
        <p:nvSpPr>
          <p:cNvPr id="3" name="slide-number">
            <a:extLst xmlns:a="http://schemas.openxmlformats.org/drawingml/2006/main">
              <a:ext uri="{FF2B5EF4-FFF2-40B4-BE49-F238E27FC236}">
                <a16:creationId xmlns:a16="http://schemas.microsoft.com/office/drawing/2014/main" id="{A2110C7D-D637-4380-B327-ED056CBE4E64}"/>
              </a:ext>
            </a:extLst>
          </p:cNvPr>
          <p:cNvSpPr>
            <a:spLocks xmlns:a="http://schemas.openxmlformats.org/drawingml/2006/main" noGrp="1"/>
          </p:cNvSpPr>
          <p:nvPr/>
        </p:nvSpPr>
        <p:spPr>
          <a:xfrm xmlns:a="http://schemas.openxmlformats.org/drawingml/2006/main">
            <a:off x="10572750" y="6334125"/>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526672"/>
                </a:solidFill>
                <a:latin typeface="Arial"/>
                <a:ea typeface="Arial"/>
                <a:cs typeface="Arial"/>
              </a:defRPr>
            </a:defPPr>
            <a:lvl1pPr>
              <a:defRPr sz="1200" b="0">
                <a:solidFill>
                  <a:srgbClr val="526672"/>
                </a:solidFill>
                <a:latin typeface="Arial"/>
                <a:ea typeface="Arial"/>
                <a:cs typeface="Arial"/>
              </a:defRPr>
            </a:lvl1pPr>
            <a:lvl2pPr>
              <a:defRPr sz="1200" b="0">
                <a:solidFill>
                  <a:srgbClr val="526672"/>
                </a:solidFill>
                <a:latin typeface="Arial"/>
                <a:ea typeface="Arial"/>
                <a:cs typeface="Arial"/>
              </a:defRPr>
            </a:lvl2pPr>
            <a:lvl3pPr>
              <a:defRPr sz="1200" b="0">
                <a:solidFill>
                  <a:srgbClr val="526672"/>
                </a:solidFill>
                <a:latin typeface="Arial"/>
                <a:ea typeface="Arial"/>
                <a:cs typeface="Arial"/>
              </a:defRPr>
            </a:lvl3pPr>
            <a:lvl4pPr>
              <a:defRPr sz="1200" b="0">
                <a:solidFill>
                  <a:srgbClr val="526672"/>
                </a:solidFill>
                <a:latin typeface="Arial"/>
                <a:ea typeface="Arial"/>
                <a:cs typeface="Arial"/>
              </a:defRPr>
            </a:lvl4pPr>
            <a:lvl5pPr>
              <a:defRPr sz="1200" b="0">
                <a:solidFill>
                  <a:srgbClr val="526672"/>
                </a:solidFill>
                <a:latin typeface="Arial"/>
                <a:ea typeface="Arial"/>
                <a:cs typeface="Arial"/>
              </a:defRPr>
            </a:lvl5pPr>
            <a:lvl6pPr>
              <a:defRPr sz="1200" b="0">
                <a:solidFill>
                  <a:srgbClr val="526672"/>
                </a:solidFill>
                <a:latin typeface="Arial"/>
                <a:ea typeface="Arial"/>
                <a:cs typeface="Arial"/>
              </a:defRPr>
            </a:lvl6pPr>
            <a:lvl7pPr>
              <a:defRPr sz="1200" b="0">
                <a:solidFill>
                  <a:srgbClr val="526672"/>
                </a:solidFill>
                <a:latin typeface="Arial"/>
                <a:ea typeface="Arial"/>
                <a:cs typeface="Arial"/>
              </a:defRPr>
            </a:lvl7pPr>
            <a:lvl8pPr>
              <a:defRPr sz="1200" b="0">
                <a:solidFill>
                  <a:srgbClr val="526672"/>
                </a:solidFill>
                <a:latin typeface="Arial"/>
                <a:ea typeface="Arial"/>
                <a:cs typeface="Arial"/>
              </a:defRPr>
            </a:lvl8pPr>
            <a:lvl9pPr>
              <a:defRPr sz="1200" b="0">
                <a:solidFill>
                  <a:srgbClr val="526672"/>
                </a:solidFill>
                <a:latin typeface="Arial"/>
                <a:ea typeface="Arial"/>
                <a:cs typeface="Arial"/>
              </a:defRPr>
            </a:lvl9pPr>
          </a:lstStyle>
          <a:p xmlns:a="http://schemas.openxmlformats.org/drawingml/2006/main">
            <a:pPr>
              <a:defRPr sz="1200" b="0">
                <a:solidFill>
                  <a:srgbClr val="526672"/>
                </a:solidFill>
                <a:latin typeface="Arial"/>
                <a:ea typeface="Arial"/>
                <a:cs typeface="Arial"/>
              </a:defRPr>
            </a:pPr>
            <a:r>
              <a:rPr sz="1200" b="0">
                <a:solidFill>
                  <a:srgbClr val="526672"/>
                </a:solidFill>
                <a:latin typeface="Arial"/>
                <a:ea typeface="Arial"/>
                <a:cs typeface="Arial"/>
              </a:rPr>
              <a:t>04 / 10</a:t>
            </a:r>
          </a:p>
        </p:txBody>
      </p:sp>
      <p:sp>
        <p:nvSpPr>
          <p:cNvPr id="4" name="source">
            <a:extLst xmlns:a="http://schemas.openxmlformats.org/drawingml/2006/main">
              <a:ext uri="{FF2B5EF4-FFF2-40B4-BE49-F238E27FC236}">
                <a16:creationId xmlns:a16="http://schemas.microsoft.com/office/drawing/2014/main" id="{530E0DC7-ACF4-4EA3-9B36-F577AAA4A65B}"/>
              </a:ext>
            </a:extLst>
          </p:cNvPr>
          <p:cNvSpPr>
            <a:spLocks xmlns:a="http://schemas.openxmlformats.org/drawingml/2006/main" noGrp="1"/>
          </p:cNvSpPr>
          <p:nvPr/>
        </p:nvSpPr>
        <p:spPr>
          <a:xfrm xmlns:a="http://schemas.openxmlformats.org/drawingml/2006/main">
            <a:off x="685800" y="6334125"/>
            <a:ext cx="952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672"/>
                </a:solidFill>
                <a:latin typeface="Arial"/>
                <a:ea typeface="Arial"/>
                <a:cs typeface="Arial"/>
              </a:defRPr>
            </a:defPPr>
            <a:lvl1pPr>
              <a:defRPr sz="1125" b="0">
                <a:solidFill>
                  <a:srgbClr val="526672"/>
                </a:solidFill>
                <a:latin typeface="Arial"/>
                <a:ea typeface="Arial"/>
                <a:cs typeface="Arial"/>
              </a:defRPr>
            </a:lvl1pPr>
            <a:lvl2pPr>
              <a:defRPr sz="1125" b="0">
                <a:solidFill>
                  <a:srgbClr val="526672"/>
                </a:solidFill>
                <a:latin typeface="Arial"/>
                <a:ea typeface="Arial"/>
                <a:cs typeface="Arial"/>
              </a:defRPr>
            </a:lvl2pPr>
            <a:lvl3pPr>
              <a:defRPr sz="1125" b="0">
                <a:solidFill>
                  <a:srgbClr val="526672"/>
                </a:solidFill>
                <a:latin typeface="Arial"/>
                <a:ea typeface="Arial"/>
                <a:cs typeface="Arial"/>
              </a:defRPr>
            </a:lvl3pPr>
            <a:lvl4pPr>
              <a:defRPr sz="1125" b="0">
                <a:solidFill>
                  <a:srgbClr val="526672"/>
                </a:solidFill>
                <a:latin typeface="Arial"/>
                <a:ea typeface="Arial"/>
                <a:cs typeface="Arial"/>
              </a:defRPr>
            </a:lvl4pPr>
            <a:lvl5pPr>
              <a:defRPr sz="1125" b="0">
                <a:solidFill>
                  <a:srgbClr val="526672"/>
                </a:solidFill>
                <a:latin typeface="Arial"/>
                <a:ea typeface="Arial"/>
                <a:cs typeface="Arial"/>
              </a:defRPr>
            </a:lvl5pPr>
            <a:lvl6pPr>
              <a:defRPr sz="1125" b="0">
                <a:solidFill>
                  <a:srgbClr val="526672"/>
                </a:solidFill>
                <a:latin typeface="Arial"/>
                <a:ea typeface="Arial"/>
                <a:cs typeface="Arial"/>
              </a:defRPr>
            </a:lvl6pPr>
            <a:lvl7pPr>
              <a:defRPr sz="1125" b="0">
                <a:solidFill>
                  <a:srgbClr val="526672"/>
                </a:solidFill>
                <a:latin typeface="Arial"/>
                <a:ea typeface="Arial"/>
                <a:cs typeface="Arial"/>
              </a:defRPr>
            </a:lvl7pPr>
            <a:lvl8pPr>
              <a:defRPr sz="1125" b="0">
                <a:solidFill>
                  <a:srgbClr val="526672"/>
                </a:solidFill>
                <a:latin typeface="Arial"/>
                <a:ea typeface="Arial"/>
                <a:cs typeface="Arial"/>
              </a:defRPr>
            </a:lvl8pPr>
            <a:lvl9pPr>
              <a:defRPr sz="1125" b="0">
                <a:solidFill>
                  <a:srgbClr val="526672"/>
                </a:solidFill>
                <a:latin typeface="Arial"/>
                <a:ea typeface="Arial"/>
                <a:cs typeface="Arial"/>
              </a:defRPr>
            </a:lvl9pPr>
          </a:lstStyle>
          <a:p xmlns:a="http://schemas.openxmlformats.org/drawingml/2006/main">
            <a:pPr>
              <a:defRPr sz="1125" b="0">
                <a:solidFill>
                  <a:srgbClr val="526672"/>
                </a:solidFill>
                <a:latin typeface="Arial"/>
                <a:ea typeface="Arial"/>
                <a:cs typeface="Arial"/>
              </a:defRPr>
            </a:pPr>
            <a:r>
              <a:rPr sz="1125" b="0">
                <a:solidFill>
                  <a:srgbClr val="526672"/>
                </a:solidFill>
                <a:latin typeface="Arial"/>
                <a:ea typeface="Arial"/>
                <a:cs typeface="Arial"/>
              </a:rPr>
              <a:t>Boswell &amp; Foucher, Chapter 10, pp. 111–112, 114</a:t>
            </a:r>
          </a:p>
        </p:txBody>
      </p:sp>
      <p:sp>
        <p:nvSpPr>
          <p:cNvPr id="5" name="title">
            <a:extLst xmlns:a="http://schemas.openxmlformats.org/drawingml/2006/main">
              <a:ext uri="{FF2B5EF4-FFF2-40B4-BE49-F238E27FC236}">
                <a16:creationId xmlns:a16="http://schemas.microsoft.com/office/drawing/2014/main" id="{53E86DE3-E703-4964-AA20-415F085ECD2D}"/>
              </a:ext>
            </a:extLst>
          </p:cNvPr>
          <p:cNvSpPr>
            <a:spLocks xmlns:a="http://schemas.openxmlformats.org/drawingml/2006/main" noGrp="1"/>
          </p:cNvSpPr>
          <p:nvPr/>
        </p:nvSpPr>
        <p:spPr>
          <a:xfrm xmlns:a="http://schemas.openxmlformats.org/drawingml/2006/main">
            <a:off x="685800" y="876300"/>
            <a:ext cx="108204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42B3B"/>
                </a:solidFill>
                <a:latin typeface="Arial"/>
                <a:ea typeface="Arial"/>
                <a:cs typeface="Arial"/>
              </a:defRPr>
            </a:defPPr>
            <a:lvl1pPr>
              <a:defRPr sz="3150" b="1">
                <a:solidFill>
                  <a:srgbClr val="142B3B"/>
                </a:solidFill>
                <a:latin typeface="Arial"/>
                <a:ea typeface="Arial"/>
                <a:cs typeface="Arial"/>
              </a:defRPr>
            </a:lvl1pPr>
            <a:lvl2pPr>
              <a:defRPr sz="3150" b="1">
                <a:solidFill>
                  <a:srgbClr val="142B3B"/>
                </a:solidFill>
                <a:latin typeface="Arial"/>
                <a:ea typeface="Arial"/>
                <a:cs typeface="Arial"/>
              </a:defRPr>
            </a:lvl2pPr>
            <a:lvl3pPr>
              <a:defRPr sz="3150" b="1">
                <a:solidFill>
                  <a:srgbClr val="142B3B"/>
                </a:solidFill>
                <a:latin typeface="Arial"/>
                <a:ea typeface="Arial"/>
                <a:cs typeface="Arial"/>
              </a:defRPr>
            </a:lvl3pPr>
            <a:lvl4pPr>
              <a:defRPr sz="3150" b="1">
                <a:solidFill>
                  <a:srgbClr val="142B3B"/>
                </a:solidFill>
                <a:latin typeface="Arial"/>
                <a:ea typeface="Arial"/>
                <a:cs typeface="Arial"/>
              </a:defRPr>
            </a:lvl4pPr>
            <a:lvl5pPr>
              <a:defRPr sz="3150" b="1">
                <a:solidFill>
                  <a:srgbClr val="142B3B"/>
                </a:solidFill>
                <a:latin typeface="Arial"/>
                <a:ea typeface="Arial"/>
                <a:cs typeface="Arial"/>
              </a:defRPr>
            </a:lvl5pPr>
            <a:lvl6pPr>
              <a:defRPr sz="3150" b="1">
                <a:solidFill>
                  <a:srgbClr val="142B3B"/>
                </a:solidFill>
                <a:latin typeface="Arial"/>
                <a:ea typeface="Arial"/>
                <a:cs typeface="Arial"/>
              </a:defRPr>
            </a:lvl6pPr>
            <a:lvl7pPr>
              <a:defRPr sz="3150" b="1">
                <a:solidFill>
                  <a:srgbClr val="142B3B"/>
                </a:solidFill>
                <a:latin typeface="Arial"/>
                <a:ea typeface="Arial"/>
                <a:cs typeface="Arial"/>
              </a:defRPr>
            </a:lvl7pPr>
            <a:lvl8pPr>
              <a:defRPr sz="3150" b="1">
                <a:solidFill>
                  <a:srgbClr val="142B3B"/>
                </a:solidFill>
                <a:latin typeface="Arial"/>
                <a:ea typeface="Arial"/>
                <a:cs typeface="Arial"/>
              </a:defRPr>
            </a:lvl8pPr>
            <a:lvl9pPr>
              <a:defRPr sz="3150" b="1">
                <a:solidFill>
                  <a:srgbClr val="142B3B"/>
                </a:solidFill>
                <a:latin typeface="Arial"/>
                <a:ea typeface="Arial"/>
                <a:cs typeface="Arial"/>
              </a:defRPr>
            </a:lvl9pPr>
          </a:lstStyle>
          <a:p xmlns:a="http://schemas.openxmlformats.org/drawingml/2006/main">
            <a:pPr>
              <a:defRPr sz="3150" b="1">
                <a:solidFill>
                  <a:srgbClr val="142B3B"/>
                </a:solidFill>
                <a:latin typeface="Arial"/>
                <a:ea typeface="Arial"/>
                <a:cs typeface="Arial"/>
              </a:defRPr>
            </a:pPr>
            <a:r>
              <a:rPr sz="3150" b="1">
                <a:solidFill>
                  <a:srgbClr val="142B3B"/>
                </a:solidFill>
                <a:latin typeface="Arial"/>
                <a:ea typeface="Arial"/>
                <a:cs typeface="Arial"/>
              </a:rPr>
              <a:t>Helpers for common tasks</a:t>
            </a:r>
          </a:p>
        </p:txBody>
      </p:sp>
      <p:sp>
        <p:nvSpPr>
          <p:cNvPr id="6" name="body">
            <a:extLst xmlns:a="http://schemas.openxmlformats.org/drawingml/2006/main">
              <a:ext uri="{FF2B5EF4-FFF2-40B4-BE49-F238E27FC236}">
                <a16:creationId xmlns:a16="http://schemas.microsoft.com/office/drawing/2014/main" id="{F0BF860F-42F8-4D3C-AB9B-EB58CFA02963}"/>
              </a:ext>
            </a:extLst>
          </p:cNvPr>
          <p:cNvSpPr>
            <a:spLocks xmlns:a="http://schemas.openxmlformats.org/drawingml/2006/main" noGrp="1"/>
          </p:cNvSpPr>
          <p:nvPr/>
        </p:nvSpPr>
        <p:spPr>
          <a:xfrm xmlns:a="http://schemas.openxmlformats.org/drawingml/2006/main">
            <a:off x="685800" y="190500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42B3B"/>
                </a:solidFill>
                <a:latin typeface="Arial"/>
                <a:ea typeface="Arial"/>
                <a:cs typeface="Arial"/>
              </a:defRPr>
            </a:defPPr>
            <a:lvl1pPr>
              <a:defRPr sz="2250" b="0">
                <a:solidFill>
                  <a:srgbClr val="142B3B"/>
                </a:solidFill>
                <a:latin typeface="Arial"/>
                <a:ea typeface="Arial"/>
                <a:cs typeface="Arial"/>
              </a:defRPr>
            </a:lvl1pPr>
            <a:lvl2pPr>
              <a:defRPr sz="2250" b="0">
                <a:solidFill>
                  <a:srgbClr val="142B3B"/>
                </a:solidFill>
                <a:latin typeface="Arial"/>
                <a:ea typeface="Arial"/>
                <a:cs typeface="Arial"/>
              </a:defRPr>
            </a:lvl2pPr>
            <a:lvl3pPr>
              <a:defRPr sz="2250" b="0">
                <a:solidFill>
                  <a:srgbClr val="142B3B"/>
                </a:solidFill>
                <a:latin typeface="Arial"/>
                <a:ea typeface="Arial"/>
                <a:cs typeface="Arial"/>
              </a:defRPr>
            </a:lvl3pPr>
            <a:lvl4pPr>
              <a:defRPr sz="2250" b="0">
                <a:solidFill>
                  <a:srgbClr val="142B3B"/>
                </a:solidFill>
                <a:latin typeface="Arial"/>
                <a:ea typeface="Arial"/>
                <a:cs typeface="Arial"/>
              </a:defRPr>
            </a:lvl4pPr>
            <a:lvl5pPr>
              <a:defRPr sz="2250" b="0">
                <a:solidFill>
                  <a:srgbClr val="142B3B"/>
                </a:solidFill>
                <a:latin typeface="Arial"/>
                <a:ea typeface="Arial"/>
                <a:cs typeface="Arial"/>
              </a:defRPr>
            </a:lvl5pPr>
            <a:lvl6pPr>
              <a:defRPr sz="2250" b="0">
                <a:solidFill>
                  <a:srgbClr val="142B3B"/>
                </a:solidFill>
                <a:latin typeface="Arial"/>
                <a:ea typeface="Arial"/>
                <a:cs typeface="Arial"/>
              </a:defRPr>
            </a:lvl6pPr>
            <a:lvl7pPr>
              <a:defRPr sz="2250" b="0">
                <a:solidFill>
                  <a:srgbClr val="142B3B"/>
                </a:solidFill>
                <a:latin typeface="Arial"/>
                <a:ea typeface="Arial"/>
                <a:cs typeface="Arial"/>
              </a:defRPr>
            </a:lvl7pPr>
            <a:lvl8pPr>
              <a:defRPr sz="2250" b="0">
                <a:solidFill>
                  <a:srgbClr val="142B3B"/>
                </a:solidFill>
                <a:latin typeface="Arial"/>
                <a:ea typeface="Arial"/>
                <a:cs typeface="Arial"/>
              </a:defRPr>
            </a:lvl8pPr>
            <a:lvl9pPr>
              <a:defRPr sz="2250" b="0">
                <a:solidFill>
                  <a:srgbClr val="142B3B"/>
                </a:solidFill>
                <a:latin typeface="Arial"/>
                <a:ea typeface="Arial"/>
                <a:cs typeface="Arial"/>
              </a:defRPr>
            </a:lvl9pPr>
          </a:lstStyle>
          <a:p xmlns:a="http://schemas.openxmlformats.org/drawingml/2006/main">
            <a:pPr>
              <a:defRPr sz="2250" b="0">
                <a:solidFill>
                  <a:srgbClr val="142B3B"/>
                </a:solidFill>
                <a:latin typeface="Arial"/>
                <a:ea typeface="Arial"/>
                <a:cs typeface="Arial"/>
              </a:defRPr>
            </a:pPr>
            <a:r>
              <a:rPr sz="2250" b="0">
                <a:solidFill>
                  <a:srgbClr val="142B3B"/>
                </a:solidFill>
                <a:latin typeface="Arial"/>
                <a:ea typeface="Arial"/>
                <a:cs typeface="Arial"/>
              </a:rPr>
              <a:t>Many programs need the same basic tasks.</a:t>
            </a:r>
          </a:p>
        </p:txBody>
      </p:sp>
      <p:sp>
        <p:nvSpPr>
          <p:cNvPr id="7" name="item-0">
            <a:extLst xmlns:a="http://schemas.openxmlformats.org/drawingml/2006/main">
              <a:ext uri="{FF2B5EF4-FFF2-40B4-BE49-F238E27FC236}">
                <a16:creationId xmlns:a16="http://schemas.microsoft.com/office/drawing/2014/main" id="{17D13CB9-B8B1-4DE5-972C-4AF17CC452A0}"/>
              </a:ext>
            </a:extLst>
          </p:cNvPr>
          <p:cNvSpPr>
            <a:spLocks xmlns:a="http://schemas.openxmlformats.org/drawingml/2006/main" noGrp="1"/>
          </p:cNvSpPr>
          <p:nvPr/>
        </p:nvSpPr>
        <p:spPr>
          <a:xfrm xmlns:a="http://schemas.openxmlformats.org/drawingml/2006/main">
            <a:off x="904875" y="2857500"/>
            <a:ext cx="102870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42B3B"/>
                </a:solidFill>
                <a:latin typeface="Arial"/>
                <a:ea typeface="Arial"/>
                <a:cs typeface="Arial"/>
              </a:defRPr>
            </a:defPPr>
            <a:lvl1pPr>
              <a:defRPr sz="2100" b="0">
                <a:solidFill>
                  <a:srgbClr val="142B3B"/>
                </a:solidFill>
                <a:latin typeface="Arial"/>
                <a:ea typeface="Arial"/>
                <a:cs typeface="Arial"/>
              </a:defRPr>
            </a:lvl1pPr>
            <a:lvl2pPr>
              <a:defRPr sz="2100" b="0">
                <a:solidFill>
                  <a:srgbClr val="142B3B"/>
                </a:solidFill>
                <a:latin typeface="Arial"/>
                <a:ea typeface="Arial"/>
                <a:cs typeface="Arial"/>
              </a:defRPr>
            </a:lvl2pPr>
            <a:lvl3pPr>
              <a:defRPr sz="2100" b="0">
                <a:solidFill>
                  <a:srgbClr val="142B3B"/>
                </a:solidFill>
                <a:latin typeface="Arial"/>
                <a:ea typeface="Arial"/>
                <a:cs typeface="Arial"/>
              </a:defRPr>
            </a:lvl3pPr>
            <a:lvl4pPr>
              <a:defRPr sz="2100" b="0">
                <a:solidFill>
                  <a:srgbClr val="142B3B"/>
                </a:solidFill>
                <a:latin typeface="Arial"/>
                <a:ea typeface="Arial"/>
                <a:cs typeface="Arial"/>
              </a:defRPr>
            </a:lvl4pPr>
            <a:lvl5pPr>
              <a:defRPr sz="2100" b="0">
                <a:solidFill>
                  <a:srgbClr val="142B3B"/>
                </a:solidFill>
                <a:latin typeface="Arial"/>
                <a:ea typeface="Arial"/>
                <a:cs typeface="Arial"/>
              </a:defRPr>
            </a:lvl5pPr>
            <a:lvl6pPr>
              <a:defRPr sz="2100" b="0">
                <a:solidFill>
                  <a:srgbClr val="142B3B"/>
                </a:solidFill>
                <a:latin typeface="Arial"/>
                <a:ea typeface="Arial"/>
                <a:cs typeface="Arial"/>
              </a:defRPr>
            </a:lvl6pPr>
            <a:lvl7pPr>
              <a:defRPr sz="2100" b="0">
                <a:solidFill>
                  <a:srgbClr val="142B3B"/>
                </a:solidFill>
                <a:latin typeface="Arial"/>
                <a:ea typeface="Arial"/>
                <a:cs typeface="Arial"/>
              </a:defRPr>
            </a:lvl7pPr>
            <a:lvl8pPr>
              <a:defRPr sz="2100" b="0">
                <a:solidFill>
                  <a:srgbClr val="142B3B"/>
                </a:solidFill>
                <a:latin typeface="Arial"/>
                <a:ea typeface="Arial"/>
                <a:cs typeface="Arial"/>
              </a:defRPr>
            </a:lvl8pPr>
            <a:lvl9pPr>
              <a:defRPr sz="2100" b="0">
                <a:solidFill>
                  <a:srgbClr val="142B3B"/>
                </a:solidFill>
                <a:latin typeface="Arial"/>
                <a:ea typeface="Arial"/>
                <a:cs typeface="Arial"/>
              </a:defRPr>
            </a:lvl9pPr>
          </a:lstStyle>
          <a:p xmlns:a="http://schemas.openxmlformats.org/drawingml/2006/main">
            <a:pPr>
              <a:defRPr sz="2100" b="0">
                <a:solidFill>
                  <a:srgbClr val="142B3B"/>
                </a:solidFill>
                <a:latin typeface="Arial"/>
                <a:ea typeface="Arial"/>
                <a:cs typeface="Arial"/>
              </a:defRPr>
            </a:pPr>
            <a:r>
              <a:rPr sz="2100" b="0">
                <a:solidFill>
                  <a:srgbClr val="142B3B"/>
                </a:solidFill>
                <a:latin typeface="Arial"/>
                <a:ea typeface="Arial"/>
                <a:cs typeface="Arial"/>
              </a:rPr>
              <a:t>1.  Read a whole file into text.</a:t>
            </a:r>
          </a:p>
        </p:txBody>
      </p:sp>
      <p:sp>
        <p:nvSpPr>
          <p:cNvPr id="8" name="item-1">
            <a:extLst xmlns:a="http://schemas.openxmlformats.org/drawingml/2006/main">
              <a:ext uri="{FF2B5EF4-FFF2-40B4-BE49-F238E27FC236}">
                <a16:creationId xmlns:a16="http://schemas.microsoft.com/office/drawing/2014/main" id="{AA626C40-BE2A-49F3-8F6E-4631529DE1B2}"/>
              </a:ext>
            </a:extLst>
          </p:cNvPr>
          <p:cNvSpPr>
            <a:spLocks xmlns:a="http://schemas.openxmlformats.org/drawingml/2006/main" noGrp="1"/>
          </p:cNvSpPr>
          <p:nvPr/>
        </p:nvSpPr>
        <p:spPr>
          <a:xfrm xmlns:a="http://schemas.openxmlformats.org/drawingml/2006/main">
            <a:off x="904875" y="3476625"/>
            <a:ext cx="102870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42B3B"/>
                </a:solidFill>
                <a:latin typeface="Arial"/>
                <a:ea typeface="Arial"/>
                <a:cs typeface="Arial"/>
              </a:defRPr>
            </a:defPPr>
            <a:lvl1pPr>
              <a:defRPr sz="2100" b="0">
                <a:solidFill>
                  <a:srgbClr val="142B3B"/>
                </a:solidFill>
                <a:latin typeface="Arial"/>
                <a:ea typeface="Arial"/>
                <a:cs typeface="Arial"/>
              </a:defRPr>
            </a:lvl1pPr>
            <a:lvl2pPr>
              <a:defRPr sz="2100" b="0">
                <a:solidFill>
                  <a:srgbClr val="142B3B"/>
                </a:solidFill>
                <a:latin typeface="Arial"/>
                <a:ea typeface="Arial"/>
                <a:cs typeface="Arial"/>
              </a:defRPr>
            </a:lvl2pPr>
            <a:lvl3pPr>
              <a:defRPr sz="2100" b="0">
                <a:solidFill>
                  <a:srgbClr val="142B3B"/>
                </a:solidFill>
                <a:latin typeface="Arial"/>
                <a:ea typeface="Arial"/>
                <a:cs typeface="Arial"/>
              </a:defRPr>
            </a:lvl3pPr>
            <a:lvl4pPr>
              <a:defRPr sz="2100" b="0">
                <a:solidFill>
                  <a:srgbClr val="142B3B"/>
                </a:solidFill>
                <a:latin typeface="Arial"/>
                <a:ea typeface="Arial"/>
                <a:cs typeface="Arial"/>
              </a:defRPr>
            </a:lvl4pPr>
            <a:lvl5pPr>
              <a:defRPr sz="2100" b="0">
                <a:solidFill>
                  <a:srgbClr val="142B3B"/>
                </a:solidFill>
                <a:latin typeface="Arial"/>
                <a:ea typeface="Arial"/>
                <a:cs typeface="Arial"/>
              </a:defRPr>
            </a:lvl5pPr>
            <a:lvl6pPr>
              <a:defRPr sz="2100" b="0">
                <a:solidFill>
                  <a:srgbClr val="142B3B"/>
                </a:solidFill>
                <a:latin typeface="Arial"/>
                <a:ea typeface="Arial"/>
                <a:cs typeface="Arial"/>
              </a:defRPr>
            </a:lvl6pPr>
            <a:lvl7pPr>
              <a:defRPr sz="2100" b="0">
                <a:solidFill>
                  <a:srgbClr val="142B3B"/>
                </a:solidFill>
                <a:latin typeface="Arial"/>
                <a:ea typeface="Arial"/>
                <a:cs typeface="Arial"/>
              </a:defRPr>
            </a:lvl7pPr>
            <a:lvl8pPr>
              <a:defRPr sz="2100" b="0">
                <a:solidFill>
                  <a:srgbClr val="142B3B"/>
                </a:solidFill>
                <a:latin typeface="Arial"/>
                <a:ea typeface="Arial"/>
                <a:cs typeface="Arial"/>
              </a:defRPr>
            </a:lvl8pPr>
            <a:lvl9pPr>
              <a:defRPr sz="2100" b="0">
                <a:solidFill>
                  <a:srgbClr val="142B3B"/>
                </a:solidFill>
                <a:latin typeface="Arial"/>
                <a:ea typeface="Arial"/>
                <a:cs typeface="Arial"/>
              </a:defRPr>
            </a:lvl9pPr>
          </a:lstStyle>
          <a:p xmlns:a="http://schemas.openxmlformats.org/drawingml/2006/main">
            <a:pPr>
              <a:defRPr sz="2100" b="0">
                <a:solidFill>
                  <a:srgbClr val="142B3B"/>
                </a:solidFill>
                <a:latin typeface="Arial"/>
                <a:ea typeface="Arial"/>
                <a:cs typeface="Arial"/>
              </a:defRPr>
            </a:pPr>
            <a:r>
              <a:rPr sz="2100" b="0">
                <a:solidFill>
                  <a:srgbClr val="142B3B"/>
                </a:solidFill>
                <a:latin typeface="Arial"/>
                <a:ea typeface="Arial"/>
                <a:cs typeface="Arial"/>
              </a:rPr>
              <a:t>2.  Clean or change a string.</a:t>
            </a:r>
          </a:p>
        </p:txBody>
      </p:sp>
      <p:sp>
        <p:nvSpPr>
          <p:cNvPr id="9" name="item-2">
            <a:extLst xmlns:a="http://schemas.openxmlformats.org/drawingml/2006/main">
              <a:ext uri="{FF2B5EF4-FFF2-40B4-BE49-F238E27FC236}">
                <a16:creationId xmlns:a16="http://schemas.microsoft.com/office/drawing/2014/main" id="{21E1B9EE-0A59-4C95-914A-736BEF764A9C}"/>
              </a:ext>
            </a:extLst>
          </p:cNvPr>
          <p:cNvSpPr>
            <a:spLocks xmlns:a="http://schemas.openxmlformats.org/drawingml/2006/main" noGrp="1"/>
          </p:cNvSpPr>
          <p:nvPr/>
        </p:nvSpPr>
        <p:spPr>
          <a:xfrm xmlns:a="http://schemas.openxmlformats.org/drawingml/2006/main">
            <a:off x="904875" y="4095750"/>
            <a:ext cx="102870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42B3B"/>
                </a:solidFill>
                <a:latin typeface="Arial"/>
                <a:ea typeface="Arial"/>
                <a:cs typeface="Arial"/>
              </a:defRPr>
            </a:defPPr>
            <a:lvl1pPr>
              <a:defRPr sz="2100" b="0">
                <a:solidFill>
                  <a:srgbClr val="142B3B"/>
                </a:solidFill>
                <a:latin typeface="Arial"/>
                <a:ea typeface="Arial"/>
                <a:cs typeface="Arial"/>
              </a:defRPr>
            </a:lvl1pPr>
            <a:lvl2pPr>
              <a:defRPr sz="2100" b="0">
                <a:solidFill>
                  <a:srgbClr val="142B3B"/>
                </a:solidFill>
                <a:latin typeface="Arial"/>
                <a:ea typeface="Arial"/>
                <a:cs typeface="Arial"/>
              </a:defRPr>
            </a:lvl2pPr>
            <a:lvl3pPr>
              <a:defRPr sz="2100" b="0">
                <a:solidFill>
                  <a:srgbClr val="142B3B"/>
                </a:solidFill>
                <a:latin typeface="Arial"/>
                <a:ea typeface="Arial"/>
                <a:cs typeface="Arial"/>
              </a:defRPr>
            </a:lvl3pPr>
            <a:lvl4pPr>
              <a:defRPr sz="2100" b="0">
                <a:solidFill>
                  <a:srgbClr val="142B3B"/>
                </a:solidFill>
                <a:latin typeface="Arial"/>
                <a:ea typeface="Arial"/>
                <a:cs typeface="Arial"/>
              </a:defRPr>
            </a:lvl4pPr>
            <a:lvl5pPr>
              <a:defRPr sz="2100" b="0">
                <a:solidFill>
                  <a:srgbClr val="142B3B"/>
                </a:solidFill>
                <a:latin typeface="Arial"/>
                <a:ea typeface="Arial"/>
                <a:cs typeface="Arial"/>
              </a:defRPr>
            </a:lvl5pPr>
            <a:lvl6pPr>
              <a:defRPr sz="2100" b="0">
                <a:solidFill>
                  <a:srgbClr val="142B3B"/>
                </a:solidFill>
                <a:latin typeface="Arial"/>
                <a:ea typeface="Arial"/>
                <a:cs typeface="Arial"/>
              </a:defRPr>
            </a:lvl6pPr>
            <a:lvl7pPr>
              <a:defRPr sz="2100" b="0">
                <a:solidFill>
                  <a:srgbClr val="142B3B"/>
                </a:solidFill>
                <a:latin typeface="Arial"/>
                <a:ea typeface="Arial"/>
                <a:cs typeface="Arial"/>
              </a:defRPr>
            </a:lvl7pPr>
            <a:lvl8pPr>
              <a:defRPr sz="2100" b="0">
                <a:solidFill>
                  <a:srgbClr val="142B3B"/>
                </a:solidFill>
                <a:latin typeface="Arial"/>
                <a:ea typeface="Arial"/>
                <a:cs typeface="Arial"/>
              </a:defRPr>
            </a:lvl8pPr>
            <a:lvl9pPr>
              <a:defRPr sz="2100" b="0">
                <a:solidFill>
                  <a:srgbClr val="142B3B"/>
                </a:solidFill>
                <a:latin typeface="Arial"/>
                <a:ea typeface="Arial"/>
                <a:cs typeface="Arial"/>
              </a:defRPr>
            </a:lvl9pPr>
          </a:lstStyle>
          <a:p xmlns:a="http://schemas.openxmlformats.org/drawingml/2006/main">
            <a:pPr>
              <a:defRPr sz="2100" b="0">
                <a:solidFill>
                  <a:srgbClr val="142B3B"/>
                </a:solidFill>
                <a:latin typeface="Arial"/>
                <a:ea typeface="Arial"/>
                <a:cs typeface="Arial"/>
              </a:defRPr>
            </a:pPr>
            <a:r>
              <a:rPr sz="2100" b="0">
                <a:solidFill>
                  <a:srgbClr val="142B3B"/>
                </a:solidFill>
                <a:latin typeface="Arial"/>
                <a:ea typeface="Arial"/>
                <a:cs typeface="Arial"/>
              </a:rPr>
              <a:t>3.  Work with stored names and values.</a:t>
            </a:r>
          </a:p>
        </p:txBody>
      </p:sp>
      <p:sp>
        <p:nvSpPr>
          <p:cNvPr id="10" name="example">
            <a:extLst xmlns:a="http://schemas.openxmlformats.org/drawingml/2006/main">
              <a:ext uri="{FF2B5EF4-FFF2-40B4-BE49-F238E27FC236}">
                <a16:creationId xmlns:a16="http://schemas.microsoft.com/office/drawing/2014/main" id="{DD99B35D-522A-46F1-A350-3ABD1A2FAF30}"/>
              </a:ext>
            </a:extLst>
          </p:cNvPr>
          <p:cNvSpPr>
            <a:spLocks xmlns:a="http://schemas.openxmlformats.org/drawingml/2006/main" noGrp="1"/>
          </p:cNvSpPr>
          <p:nvPr/>
        </p:nvSpPr>
        <p:spPr>
          <a:xfrm xmlns:a="http://schemas.openxmlformats.org/drawingml/2006/main">
            <a:off x="685800" y="4810125"/>
            <a:ext cx="108204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007D78"/>
                </a:solidFill>
                <a:latin typeface="Consolas"/>
                <a:ea typeface="Consolas"/>
                <a:cs typeface="Consolas"/>
              </a:defRPr>
            </a:defPPr>
            <a:lvl1pPr>
              <a:defRPr sz="2100" b="1">
                <a:solidFill>
                  <a:srgbClr val="007D78"/>
                </a:solidFill>
                <a:latin typeface="Consolas"/>
                <a:ea typeface="Consolas"/>
                <a:cs typeface="Consolas"/>
              </a:defRPr>
            </a:lvl1pPr>
            <a:lvl2pPr>
              <a:defRPr sz="2100" b="1">
                <a:solidFill>
                  <a:srgbClr val="007D78"/>
                </a:solidFill>
                <a:latin typeface="Consolas"/>
                <a:ea typeface="Consolas"/>
                <a:cs typeface="Consolas"/>
              </a:defRPr>
            </a:lvl2pPr>
            <a:lvl3pPr>
              <a:defRPr sz="2100" b="1">
                <a:solidFill>
                  <a:srgbClr val="007D78"/>
                </a:solidFill>
                <a:latin typeface="Consolas"/>
                <a:ea typeface="Consolas"/>
                <a:cs typeface="Consolas"/>
              </a:defRPr>
            </a:lvl3pPr>
            <a:lvl4pPr>
              <a:defRPr sz="2100" b="1">
                <a:solidFill>
                  <a:srgbClr val="007D78"/>
                </a:solidFill>
                <a:latin typeface="Consolas"/>
                <a:ea typeface="Consolas"/>
                <a:cs typeface="Consolas"/>
              </a:defRPr>
            </a:lvl4pPr>
            <a:lvl5pPr>
              <a:defRPr sz="2100" b="1">
                <a:solidFill>
                  <a:srgbClr val="007D78"/>
                </a:solidFill>
                <a:latin typeface="Consolas"/>
                <a:ea typeface="Consolas"/>
                <a:cs typeface="Consolas"/>
              </a:defRPr>
            </a:lvl5pPr>
            <a:lvl6pPr>
              <a:defRPr sz="2100" b="1">
                <a:solidFill>
                  <a:srgbClr val="007D78"/>
                </a:solidFill>
                <a:latin typeface="Consolas"/>
                <a:ea typeface="Consolas"/>
                <a:cs typeface="Consolas"/>
              </a:defRPr>
            </a:lvl6pPr>
            <a:lvl7pPr>
              <a:defRPr sz="2100" b="1">
                <a:solidFill>
                  <a:srgbClr val="007D78"/>
                </a:solidFill>
                <a:latin typeface="Consolas"/>
                <a:ea typeface="Consolas"/>
                <a:cs typeface="Consolas"/>
              </a:defRPr>
            </a:lvl7pPr>
            <a:lvl8pPr>
              <a:defRPr sz="2100" b="1">
                <a:solidFill>
                  <a:srgbClr val="007D78"/>
                </a:solidFill>
                <a:latin typeface="Consolas"/>
                <a:ea typeface="Consolas"/>
                <a:cs typeface="Consolas"/>
              </a:defRPr>
            </a:lvl8pPr>
            <a:lvl9pPr>
              <a:defRPr sz="2100" b="1">
                <a:solidFill>
                  <a:srgbClr val="007D78"/>
                </a:solidFill>
                <a:latin typeface="Consolas"/>
                <a:ea typeface="Consolas"/>
                <a:cs typeface="Consolas"/>
              </a:defRPr>
            </a:lvl9pPr>
          </a:lstStyle>
          <a:p xmlns:a="http://schemas.openxmlformats.org/drawingml/2006/main">
            <a:pPr>
              <a:defRPr sz="2100" b="1">
                <a:solidFill>
                  <a:srgbClr val="007D78"/>
                </a:solidFill>
                <a:latin typeface="Consolas"/>
                <a:ea typeface="Consolas"/>
                <a:cs typeface="Consolas"/>
              </a:defRPr>
            </a:pPr>
            <a:r>
              <a:rPr sz="2100" b="1">
                <a:solidFill>
                  <a:srgbClr val="007D78"/>
                </a:solidFill>
                <a:latin typeface="Consolas"/>
                <a:ea typeface="Consolas"/>
                <a:cs typeface="Consolas"/>
              </a:rPr>
              <a:t>Example helper: ReadFileToString(file_name)</a:t>
            </a:r>
          </a:p>
        </p:txBody>
      </p:sp>
      <p:sp>
        <p:nvSpPr>
          <p:cNvPr id="11" name="takeaway">
            <a:extLst xmlns:a="http://schemas.openxmlformats.org/drawingml/2006/main">
              <a:ext uri="{FF2B5EF4-FFF2-40B4-BE49-F238E27FC236}">
                <a16:creationId xmlns:a16="http://schemas.microsoft.com/office/drawing/2014/main" id="{9B08DF8D-C387-40F9-8A4F-331E6146808C}"/>
              </a:ext>
            </a:extLst>
          </p:cNvPr>
          <p:cNvSpPr>
            <a:spLocks xmlns:a="http://schemas.openxmlformats.org/drawingml/2006/main" noGrp="1"/>
          </p:cNvSpPr>
          <p:nvPr/>
        </p:nvSpPr>
        <p:spPr>
          <a:xfrm xmlns:a="http://schemas.openxmlformats.org/drawingml/2006/main">
            <a:off x="685800" y="5524500"/>
            <a:ext cx="10820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526672"/>
                </a:solidFill>
                <a:latin typeface="Arial"/>
                <a:ea typeface="Arial"/>
                <a:cs typeface="Arial"/>
              </a:defRPr>
            </a:defPPr>
            <a:lvl1pPr>
              <a:defRPr sz="1950" b="0">
                <a:solidFill>
                  <a:srgbClr val="526672"/>
                </a:solidFill>
                <a:latin typeface="Arial"/>
                <a:ea typeface="Arial"/>
                <a:cs typeface="Arial"/>
              </a:defRPr>
            </a:lvl1pPr>
            <a:lvl2pPr>
              <a:defRPr sz="1950" b="0">
                <a:solidFill>
                  <a:srgbClr val="526672"/>
                </a:solidFill>
                <a:latin typeface="Arial"/>
                <a:ea typeface="Arial"/>
                <a:cs typeface="Arial"/>
              </a:defRPr>
            </a:lvl2pPr>
            <a:lvl3pPr>
              <a:defRPr sz="1950" b="0">
                <a:solidFill>
                  <a:srgbClr val="526672"/>
                </a:solidFill>
                <a:latin typeface="Arial"/>
                <a:ea typeface="Arial"/>
                <a:cs typeface="Arial"/>
              </a:defRPr>
            </a:lvl3pPr>
            <a:lvl4pPr>
              <a:defRPr sz="1950" b="0">
                <a:solidFill>
                  <a:srgbClr val="526672"/>
                </a:solidFill>
                <a:latin typeface="Arial"/>
                <a:ea typeface="Arial"/>
                <a:cs typeface="Arial"/>
              </a:defRPr>
            </a:lvl4pPr>
            <a:lvl5pPr>
              <a:defRPr sz="1950" b="0">
                <a:solidFill>
                  <a:srgbClr val="526672"/>
                </a:solidFill>
                <a:latin typeface="Arial"/>
                <a:ea typeface="Arial"/>
                <a:cs typeface="Arial"/>
              </a:defRPr>
            </a:lvl5pPr>
            <a:lvl6pPr>
              <a:defRPr sz="1950" b="0">
                <a:solidFill>
                  <a:srgbClr val="526672"/>
                </a:solidFill>
                <a:latin typeface="Arial"/>
                <a:ea typeface="Arial"/>
                <a:cs typeface="Arial"/>
              </a:defRPr>
            </a:lvl6pPr>
            <a:lvl7pPr>
              <a:defRPr sz="1950" b="0">
                <a:solidFill>
                  <a:srgbClr val="526672"/>
                </a:solidFill>
                <a:latin typeface="Arial"/>
                <a:ea typeface="Arial"/>
                <a:cs typeface="Arial"/>
              </a:defRPr>
            </a:lvl7pPr>
            <a:lvl8pPr>
              <a:defRPr sz="1950" b="0">
                <a:solidFill>
                  <a:srgbClr val="526672"/>
                </a:solidFill>
                <a:latin typeface="Arial"/>
                <a:ea typeface="Arial"/>
                <a:cs typeface="Arial"/>
              </a:defRPr>
            </a:lvl8pPr>
            <a:lvl9pPr>
              <a:defRPr sz="1950" b="0">
                <a:solidFill>
                  <a:srgbClr val="526672"/>
                </a:solidFill>
                <a:latin typeface="Arial"/>
                <a:ea typeface="Arial"/>
                <a:cs typeface="Arial"/>
              </a:defRPr>
            </a:lvl9pPr>
          </a:lstStyle>
          <a:p xmlns:a="http://schemas.openxmlformats.org/drawingml/2006/main">
            <a:pPr>
              <a:defRPr sz="1950" b="0">
                <a:solidFill>
                  <a:srgbClr val="526672"/>
                </a:solidFill>
                <a:latin typeface="Arial"/>
                <a:ea typeface="Arial"/>
                <a:cs typeface="Arial"/>
              </a:defRPr>
            </a:pPr>
            <a:r>
              <a:rPr sz="1950" b="0">
                <a:solidFill>
                  <a:srgbClr val="526672"/>
                </a:solidFill>
                <a:latin typeface="Arial"/>
                <a:ea typeface="Arial"/>
                <a:cs typeface="Arial"/>
              </a:rPr>
              <a:t>Check the library first. If a useful helper is missing, write one and reuse it.</a:t>
            </a:r>
          </a:p>
        </p:txBody>
      </p:sp>
    </p:spTree>
    <p:extLst>
      <p:ext uri="{BB962C8B-B14F-4D97-AF65-F5344CB8AC3E}">
        <p14:creationId xmlns:p14="http://schemas.microsoft.com/office/powerpoint/2010/main" val="1133038195"/>
      </p:ext>
    </p:extLst>
  </p:cSld>
</p:sld>
</file>

<file path=ppt/slides/slide5.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 name="chapter-label">
            <a:extLst xmlns:a="http://schemas.openxmlformats.org/drawingml/2006/main">
              <a:ext uri="{FF2B5EF4-FFF2-40B4-BE49-F238E27FC236}">
                <a16:creationId xmlns:a16="http://schemas.microsoft.com/office/drawing/2014/main" id="{3225F5F0-F1FA-4BBF-B448-FF5817B707D9}"/>
              </a:ext>
            </a:extLst>
          </p:cNvPr>
          <p:cNvSpPr>
            <a:spLocks xmlns:a="http://schemas.openxmlformats.org/drawingml/2006/main" noGrp="1"/>
          </p:cNvSpPr>
          <p:nvPr/>
        </p:nvSpPr>
        <p:spPr>
          <a:xfrm xmlns:a="http://schemas.openxmlformats.org/drawingml/2006/main">
            <a:off x="685800" y="333375"/>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007D78"/>
                </a:solidFill>
                <a:latin typeface="Arial"/>
                <a:ea typeface="Arial"/>
                <a:cs typeface="Arial"/>
              </a:defRPr>
            </a:defPPr>
            <a:lvl1pPr>
              <a:defRPr sz="1275" b="1">
                <a:solidFill>
                  <a:srgbClr val="007D78"/>
                </a:solidFill>
                <a:latin typeface="Arial"/>
                <a:ea typeface="Arial"/>
                <a:cs typeface="Arial"/>
              </a:defRPr>
            </a:lvl1pPr>
            <a:lvl2pPr>
              <a:defRPr sz="1275" b="1">
                <a:solidFill>
                  <a:srgbClr val="007D78"/>
                </a:solidFill>
                <a:latin typeface="Arial"/>
                <a:ea typeface="Arial"/>
                <a:cs typeface="Arial"/>
              </a:defRPr>
            </a:lvl2pPr>
            <a:lvl3pPr>
              <a:defRPr sz="1275" b="1">
                <a:solidFill>
                  <a:srgbClr val="007D78"/>
                </a:solidFill>
                <a:latin typeface="Arial"/>
                <a:ea typeface="Arial"/>
                <a:cs typeface="Arial"/>
              </a:defRPr>
            </a:lvl3pPr>
            <a:lvl4pPr>
              <a:defRPr sz="1275" b="1">
                <a:solidFill>
                  <a:srgbClr val="007D78"/>
                </a:solidFill>
                <a:latin typeface="Arial"/>
                <a:ea typeface="Arial"/>
                <a:cs typeface="Arial"/>
              </a:defRPr>
            </a:lvl4pPr>
            <a:lvl5pPr>
              <a:defRPr sz="1275" b="1">
                <a:solidFill>
                  <a:srgbClr val="007D78"/>
                </a:solidFill>
                <a:latin typeface="Arial"/>
                <a:ea typeface="Arial"/>
                <a:cs typeface="Arial"/>
              </a:defRPr>
            </a:lvl5pPr>
            <a:lvl6pPr>
              <a:defRPr sz="1275" b="1">
                <a:solidFill>
                  <a:srgbClr val="007D78"/>
                </a:solidFill>
                <a:latin typeface="Arial"/>
                <a:ea typeface="Arial"/>
                <a:cs typeface="Arial"/>
              </a:defRPr>
            </a:lvl6pPr>
            <a:lvl7pPr>
              <a:defRPr sz="1275" b="1">
                <a:solidFill>
                  <a:srgbClr val="007D78"/>
                </a:solidFill>
                <a:latin typeface="Arial"/>
                <a:ea typeface="Arial"/>
                <a:cs typeface="Arial"/>
              </a:defRPr>
            </a:lvl7pPr>
            <a:lvl8pPr>
              <a:defRPr sz="1275" b="1">
                <a:solidFill>
                  <a:srgbClr val="007D78"/>
                </a:solidFill>
                <a:latin typeface="Arial"/>
                <a:ea typeface="Arial"/>
                <a:cs typeface="Arial"/>
              </a:defRPr>
            </a:lvl8pPr>
            <a:lvl9pPr>
              <a:defRPr sz="1275" b="1">
                <a:solidFill>
                  <a:srgbClr val="007D78"/>
                </a:solidFill>
                <a:latin typeface="Arial"/>
                <a:ea typeface="Arial"/>
                <a:cs typeface="Arial"/>
              </a:defRPr>
            </a:lvl9pPr>
          </a:lstStyle>
          <a:p xmlns:a="http://schemas.openxmlformats.org/drawingml/2006/main">
            <a:pPr>
              <a:defRPr sz="1275" b="1">
                <a:solidFill>
                  <a:srgbClr val="007D78"/>
                </a:solidFill>
                <a:latin typeface="Arial"/>
                <a:ea typeface="Arial"/>
                <a:cs typeface="Arial"/>
              </a:defRPr>
            </a:pPr>
            <a:r>
              <a:rPr sz="1275" b="1">
                <a:solidFill>
                  <a:srgbClr val="007D78"/>
                </a:solidFill>
                <a:latin typeface="Arial"/>
                <a:ea typeface="Arial"/>
                <a:cs typeface="Arial"/>
              </a:rPr>
              <a:t>CHAPTER 10</a:t>
            </a:r>
          </a:p>
        </p:txBody>
      </p:sp>
      <p:sp>
        <p:nvSpPr>
          <p:cNvPr id="3" name="slide-number">
            <a:extLst xmlns:a="http://schemas.openxmlformats.org/drawingml/2006/main">
              <a:ext uri="{FF2B5EF4-FFF2-40B4-BE49-F238E27FC236}">
                <a16:creationId xmlns:a16="http://schemas.microsoft.com/office/drawing/2014/main" id="{016AE486-66B2-4158-8416-5D4866F82818}"/>
              </a:ext>
            </a:extLst>
          </p:cNvPr>
          <p:cNvSpPr>
            <a:spLocks xmlns:a="http://schemas.openxmlformats.org/drawingml/2006/main" noGrp="1"/>
          </p:cNvSpPr>
          <p:nvPr/>
        </p:nvSpPr>
        <p:spPr>
          <a:xfrm xmlns:a="http://schemas.openxmlformats.org/drawingml/2006/main">
            <a:off x="10572750" y="6334125"/>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526672"/>
                </a:solidFill>
                <a:latin typeface="Arial"/>
                <a:ea typeface="Arial"/>
                <a:cs typeface="Arial"/>
              </a:defRPr>
            </a:defPPr>
            <a:lvl1pPr>
              <a:defRPr sz="1200" b="0">
                <a:solidFill>
                  <a:srgbClr val="526672"/>
                </a:solidFill>
                <a:latin typeface="Arial"/>
                <a:ea typeface="Arial"/>
                <a:cs typeface="Arial"/>
              </a:defRPr>
            </a:lvl1pPr>
            <a:lvl2pPr>
              <a:defRPr sz="1200" b="0">
                <a:solidFill>
                  <a:srgbClr val="526672"/>
                </a:solidFill>
                <a:latin typeface="Arial"/>
                <a:ea typeface="Arial"/>
                <a:cs typeface="Arial"/>
              </a:defRPr>
            </a:lvl2pPr>
            <a:lvl3pPr>
              <a:defRPr sz="1200" b="0">
                <a:solidFill>
                  <a:srgbClr val="526672"/>
                </a:solidFill>
                <a:latin typeface="Arial"/>
                <a:ea typeface="Arial"/>
                <a:cs typeface="Arial"/>
              </a:defRPr>
            </a:lvl3pPr>
            <a:lvl4pPr>
              <a:defRPr sz="1200" b="0">
                <a:solidFill>
                  <a:srgbClr val="526672"/>
                </a:solidFill>
                <a:latin typeface="Arial"/>
                <a:ea typeface="Arial"/>
                <a:cs typeface="Arial"/>
              </a:defRPr>
            </a:lvl4pPr>
            <a:lvl5pPr>
              <a:defRPr sz="1200" b="0">
                <a:solidFill>
                  <a:srgbClr val="526672"/>
                </a:solidFill>
                <a:latin typeface="Arial"/>
                <a:ea typeface="Arial"/>
                <a:cs typeface="Arial"/>
              </a:defRPr>
            </a:lvl5pPr>
            <a:lvl6pPr>
              <a:defRPr sz="1200" b="0">
                <a:solidFill>
                  <a:srgbClr val="526672"/>
                </a:solidFill>
                <a:latin typeface="Arial"/>
                <a:ea typeface="Arial"/>
                <a:cs typeface="Arial"/>
              </a:defRPr>
            </a:lvl6pPr>
            <a:lvl7pPr>
              <a:defRPr sz="1200" b="0">
                <a:solidFill>
                  <a:srgbClr val="526672"/>
                </a:solidFill>
                <a:latin typeface="Arial"/>
                <a:ea typeface="Arial"/>
                <a:cs typeface="Arial"/>
              </a:defRPr>
            </a:lvl7pPr>
            <a:lvl8pPr>
              <a:defRPr sz="1200" b="0">
                <a:solidFill>
                  <a:srgbClr val="526672"/>
                </a:solidFill>
                <a:latin typeface="Arial"/>
                <a:ea typeface="Arial"/>
                <a:cs typeface="Arial"/>
              </a:defRPr>
            </a:lvl8pPr>
            <a:lvl9pPr>
              <a:defRPr sz="1200" b="0">
                <a:solidFill>
                  <a:srgbClr val="526672"/>
                </a:solidFill>
                <a:latin typeface="Arial"/>
                <a:ea typeface="Arial"/>
                <a:cs typeface="Arial"/>
              </a:defRPr>
            </a:lvl9pPr>
          </a:lstStyle>
          <a:p xmlns:a="http://schemas.openxmlformats.org/drawingml/2006/main">
            <a:pPr>
              <a:defRPr sz="1200" b="0">
                <a:solidFill>
                  <a:srgbClr val="526672"/>
                </a:solidFill>
                <a:latin typeface="Arial"/>
                <a:ea typeface="Arial"/>
                <a:cs typeface="Arial"/>
              </a:defRPr>
            </a:pPr>
            <a:r>
              <a:rPr sz="1200" b="0">
                <a:solidFill>
                  <a:srgbClr val="526672"/>
                </a:solidFill>
                <a:latin typeface="Arial"/>
                <a:ea typeface="Arial"/>
                <a:cs typeface="Arial"/>
              </a:rPr>
              <a:t>05 / 10</a:t>
            </a:r>
          </a:p>
        </p:txBody>
      </p:sp>
      <p:sp>
        <p:nvSpPr>
          <p:cNvPr id="4" name="source">
            <a:extLst xmlns:a="http://schemas.openxmlformats.org/drawingml/2006/main">
              <a:ext uri="{FF2B5EF4-FFF2-40B4-BE49-F238E27FC236}">
                <a16:creationId xmlns:a16="http://schemas.microsoft.com/office/drawing/2014/main" id="{EE1F00C5-6A37-4B8D-BC2D-EFC2B7544862}"/>
              </a:ext>
            </a:extLst>
          </p:cNvPr>
          <p:cNvSpPr>
            <a:spLocks xmlns:a="http://schemas.openxmlformats.org/drawingml/2006/main" noGrp="1"/>
          </p:cNvSpPr>
          <p:nvPr/>
        </p:nvSpPr>
        <p:spPr>
          <a:xfrm xmlns:a="http://schemas.openxmlformats.org/drawingml/2006/main">
            <a:off x="685800" y="6334125"/>
            <a:ext cx="952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672"/>
                </a:solidFill>
                <a:latin typeface="Arial"/>
                <a:ea typeface="Arial"/>
                <a:cs typeface="Arial"/>
              </a:defRPr>
            </a:defPPr>
            <a:lvl1pPr>
              <a:defRPr sz="1125" b="0">
                <a:solidFill>
                  <a:srgbClr val="526672"/>
                </a:solidFill>
                <a:latin typeface="Arial"/>
                <a:ea typeface="Arial"/>
                <a:cs typeface="Arial"/>
              </a:defRPr>
            </a:lvl1pPr>
            <a:lvl2pPr>
              <a:defRPr sz="1125" b="0">
                <a:solidFill>
                  <a:srgbClr val="526672"/>
                </a:solidFill>
                <a:latin typeface="Arial"/>
                <a:ea typeface="Arial"/>
                <a:cs typeface="Arial"/>
              </a:defRPr>
            </a:lvl2pPr>
            <a:lvl3pPr>
              <a:defRPr sz="1125" b="0">
                <a:solidFill>
                  <a:srgbClr val="526672"/>
                </a:solidFill>
                <a:latin typeface="Arial"/>
                <a:ea typeface="Arial"/>
                <a:cs typeface="Arial"/>
              </a:defRPr>
            </a:lvl3pPr>
            <a:lvl4pPr>
              <a:defRPr sz="1125" b="0">
                <a:solidFill>
                  <a:srgbClr val="526672"/>
                </a:solidFill>
                <a:latin typeface="Arial"/>
                <a:ea typeface="Arial"/>
                <a:cs typeface="Arial"/>
              </a:defRPr>
            </a:lvl4pPr>
            <a:lvl5pPr>
              <a:defRPr sz="1125" b="0">
                <a:solidFill>
                  <a:srgbClr val="526672"/>
                </a:solidFill>
                <a:latin typeface="Arial"/>
                <a:ea typeface="Arial"/>
                <a:cs typeface="Arial"/>
              </a:defRPr>
            </a:lvl5pPr>
            <a:lvl6pPr>
              <a:defRPr sz="1125" b="0">
                <a:solidFill>
                  <a:srgbClr val="526672"/>
                </a:solidFill>
                <a:latin typeface="Arial"/>
                <a:ea typeface="Arial"/>
                <a:cs typeface="Arial"/>
              </a:defRPr>
            </a:lvl6pPr>
            <a:lvl7pPr>
              <a:defRPr sz="1125" b="0">
                <a:solidFill>
                  <a:srgbClr val="526672"/>
                </a:solidFill>
                <a:latin typeface="Arial"/>
                <a:ea typeface="Arial"/>
                <a:cs typeface="Arial"/>
              </a:defRPr>
            </a:lvl7pPr>
            <a:lvl8pPr>
              <a:defRPr sz="1125" b="0">
                <a:solidFill>
                  <a:srgbClr val="526672"/>
                </a:solidFill>
                <a:latin typeface="Arial"/>
                <a:ea typeface="Arial"/>
                <a:cs typeface="Arial"/>
              </a:defRPr>
            </a:lvl8pPr>
            <a:lvl9pPr>
              <a:defRPr sz="1125" b="0">
                <a:solidFill>
                  <a:srgbClr val="526672"/>
                </a:solidFill>
                <a:latin typeface="Arial"/>
                <a:ea typeface="Arial"/>
                <a:cs typeface="Arial"/>
              </a:defRPr>
            </a:lvl9pPr>
          </a:lstStyle>
          <a:p xmlns:a="http://schemas.openxmlformats.org/drawingml/2006/main">
            <a:pPr>
              <a:defRPr sz="1125" b="0">
                <a:solidFill>
                  <a:srgbClr val="526672"/>
                </a:solidFill>
                <a:latin typeface="Arial"/>
                <a:ea typeface="Arial"/>
                <a:cs typeface="Arial"/>
              </a:defRPr>
            </a:pPr>
            <a:r>
              <a:rPr sz="1125" b="0">
                <a:solidFill>
                  <a:srgbClr val="526672"/>
                </a:solidFill>
                <a:latin typeface="Arial"/>
                <a:ea typeface="Arial"/>
                <a:cs typeface="Arial"/>
              </a:rPr>
              <a:t>Boswell &amp; Foucher, Chapter 10, pp. 112–114</a:t>
            </a:r>
          </a:p>
        </p:txBody>
      </p:sp>
      <p:sp>
        <p:nvSpPr>
          <p:cNvPr id="5" name="title">
            <a:extLst xmlns:a="http://schemas.openxmlformats.org/drawingml/2006/main">
              <a:ext uri="{FF2B5EF4-FFF2-40B4-BE49-F238E27FC236}">
                <a16:creationId xmlns:a16="http://schemas.microsoft.com/office/drawing/2014/main" id="{7C050BA0-C195-4092-92C3-9CA737682EEE}"/>
              </a:ext>
            </a:extLst>
          </p:cNvPr>
          <p:cNvSpPr>
            <a:spLocks xmlns:a="http://schemas.openxmlformats.org/drawingml/2006/main" noGrp="1"/>
          </p:cNvSpPr>
          <p:nvPr/>
        </p:nvSpPr>
        <p:spPr>
          <a:xfrm xmlns:a="http://schemas.openxmlformats.org/drawingml/2006/main">
            <a:off x="685800" y="876300"/>
            <a:ext cx="108204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42B3B"/>
                </a:solidFill>
                <a:latin typeface="Arial"/>
                <a:ea typeface="Arial"/>
                <a:cs typeface="Arial"/>
              </a:defRPr>
            </a:defPPr>
            <a:lvl1pPr>
              <a:defRPr sz="3150" b="1">
                <a:solidFill>
                  <a:srgbClr val="142B3B"/>
                </a:solidFill>
                <a:latin typeface="Arial"/>
                <a:ea typeface="Arial"/>
                <a:cs typeface="Arial"/>
              </a:defRPr>
            </a:lvl1pPr>
            <a:lvl2pPr>
              <a:defRPr sz="3150" b="1">
                <a:solidFill>
                  <a:srgbClr val="142B3B"/>
                </a:solidFill>
                <a:latin typeface="Arial"/>
                <a:ea typeface="Arial"/>
                <a:cs typeface="Arial"/>
              </a:defRPr>
            </a:lvl2pPr>
            <a:lvl3pPr>
              <a:defRPr sz="3150" b="1">
                <a:solidFill>
                  <a:srgbClr val="142B3B"/>
                </a:solidFill>
                <a:latin typeface="Arial"/>
                <a:ea typeface="Arial"/>
                <a:cs typeface="Arial"/>
              </a:defRPr>
            </a:lvl3pPr>
            <a:lvl4pPr>
              <a:defRPr sz="3150" b="1">
                <a:solidFill>
                  <a:srgbClr val="142B3B"/>
                </a:solidFill>
                <a:latin typeface="Arial"/>
                <a:ea typeface="Arial"/>
                <a:cs typeface="Arial"/>
              </a:defRPr>
            </a:lvl4pPr>
            <a:lvl5pPr>
              <a:defRPr sz="3150" b="1">
                <a:solidFill>
                  <a:srgbClr val="142B3B"/>
                </a:solidFill>
                <a:latin typeface="Arial"/>
                <a:ea typeface="Arial"/>
                <a:cs typeface="Arial"/>
              </a:defRPr>
            </a:lvl5pPr>
            <a:lvl6pPr>
              <a:defRPr sz="3150" b="1">
                <a:solidFill>
                  <a:srgbClr val="142B3B"/>
                </a:solidFill>
                <a:latin typeface="Arial"/>
                <a:ea typeface="Arial"/>
                <a:cs typeface="Arial"/>
              </a:defRPr>
            </a:lvl6pPr>
            <a:lvl7pPr>
              <a:defRPr sz="3150" b="1">
                <a:solidFill>
                  <a:srgbClr val="142B3B"/>
                </a:solidFill>
                <a:latin typeface="Arial"/>
                <a:ea typeface="Arial"/>
                <a:cs typeface="Arial"/>
              </a:defRPr>
            </a:lvl7pPr>
            <a:lvl8pPr>
              <a:defRPr sz="3150" b="1">
                <a:solidFill>
                  <a:srgbClr val="142B3B"/>
                </a:solidFill>
                <a:latin typeface="Arial"/>
                <a:ea typeface="Arial"/>
                <a:cs typeface="Arial"/>
              </a:defRPr>
            </a:lvl8pPr>
            <a:lvl9pPr>
              <a:defRPr sz="3150" b="1">
                <a:solidFill>
                  <a:srgbClr val="142B3B"/>
                </a:solidFill>
                <a:latin typeface="Arial"/>
                <a:ea typeface="Arial"/>
                <a:cs typeface="Arial"/>
              </a:defRPr>
            </a:lvl9pPr>
          </a:lstStyle>
          <a:p xmlns:a="http://schemas.openxmlformats.org/drawingml/2006/main">
            <a:pPr>
              <a:defRPr sz="3150" b="1">
                <a:solidFill>
                  <a:srgbClr val="142B3B"/>
                </a:solidFill>
                <a:latin typeface="Arial"/>
                <a:ea typeface="Arial"/>
                <a:cs typeface="Arial"/>
              </a:defRPr>
            </a:pPr>
            <a:r>
              <a:rPr sz="3150" b="1">
                <a:solidFill>
                  <a:srgbClr val="142B3B"/>
                </a:solidFill>
                <a:latin typeface="Arial"/>
                <a:ea typeface="Arial"/>
                <a:cs typeface="Arial"/>
              </a:rPr>
              <a:t>Example: making data easy to read</a:t>
            </a:r>
          </a:p>
        </p:txBody>
      </p:sp>
      <p:sp>
        <p:nvSpPr>
          <p:cNvPr id="6" name="explanation">
            <a:extLst xmlns:a="http://schemas.openxmlformats.org/drawingml/2006/main">
              <a:ext uri="{FF2B5EF4-FFF2-40B4-BE49-F238E27FC236}">
                <a16:creationId xmlns:a16="http://schemas.microsoft.com/office/drawing/2014/main" id="{85F9A5DB-D37F-4085-A1B9-157CDC007C06}"/>
              </a:ext>
            </a:extLst>
          </p:cNvPr>
          <p:cNvSpPr>
            <a:spLocks xmlns:a="http://schemas.openxmlformats.org/drawingml/2006/main" noGrp="1"/>
          </p:cNvSpPr>
          <p:nvPr/>
        </p:nvSpPr>
        <p:spPr>
          <a:xfrm xmlns:a="http://schemas.openxmlformats.org/drawingml/2006/main">
            <a:off x="685800" y="2038350"/>
            <a:ext cx="457200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0">
                <a:solidFill>
                  <a:srgbClr val="142B3B"/>
                </a:solidFill>
                <a:latin typeface="Arial"/>
                <a:ea typeface="Arial"/>
                <a:cs typeface="Arial"/>
              </a:defRPr>
            </a:defPPr>
            <a:lvl1pPr>
              <a:defRPr sz="2175" b="0">
                <a:solidFill>
                  <a:srgbClr val="142B3B"/>
                </a:solidFill>
                <a:latin typeface="Arial"/>
                <a:ea typeface="Arial"/>
                <a:cs typeface="Arial"/>
              </a:defRPr>
            </a:lvl1pPr>
            <a:lvl2pPr>
              <a:defRPr sz="2175" b="0">
                <a:solidFill>
                  <a:srgbClr val="142B3B"/>
                </a:solidFill>
                <a:latin typeface="Arial"/>
                <a:ea typeface="Arial"/>
                <a:cs typeface="Arial"/>
              </a:defRPr>
            </a:lvl2pPr>
            <a:lvl3pPr>
              <a:defRPr sz="2175" b="0">
                <a:solidFill>
                  <a:srgbClr val="142B3B"/>
                </a:solidFill>
                <a:latin typeface="Arial"/>
                <a:ea typeface="Arial"/>
                <a:cs typeface="Arial"/>
              </a:defRPr>
            </a:lvl3pPr>
            <a:lvl4pPr>
              <a:defRPr sz="2175" b="0">
                <a:solidFill>
                  <a:srgbClr val="142B3B"/>
                </a:solidFill>
                <a:latin typeface="Arial"/>
                <a:ea typeface="Arial"/>
                <a:cs typeface="Arial"/>
              </a:defRPr>
            </a:lvl4pPr>
            <a:lvl5pPr>
              <a:defRPr sz="2175" b="0">
                <a:solidFill>
                  <a:srgbClr val="142B3B"/>
                </a:solidFill>
                <a:latin typeface="Arial"/>
                <a:ea typeface="Arial"/>
                <a:cs typeface="Arial"/>
              </a:defRPr>
            </a:lvl5pPr>
            <a:lvl6pPr>
              <a:defRPr sz="2175" b="0">
                <a:solidFill>
                  <a:srgbClr val="142B3B"/>
                </a:solidFill>
                <a:latin typeface="Arial"/>
                <a:ea typeface="Arial"/>
                <a:cs typeface="Arial"/>
              </a:defRPr>
            </a:lvl6pPr>
            <a:lvl7pPr>
              <a:defRPr sz="2175" b="0">
                <a:solidFill>
                  <a:srgbClr val="142B3B"/>
                </a:solidFill>
                <a:latin typeface="Arial"/>
                <a:ea typeface="Arial"/>
                <a:cs typeface="Arial"/>
              </a:defRPr>
            </a:lvl7pPr>
            <a:lvl8pPr>
              <a:defRPr sz="2175" b="0">
                <a:solidFill>
                  <a:srgbClr val="142B3B"/>
                </a:solidFill>
                <a:latin typeface="Arial"/>
                <a:ea typeface="Arial"/>
                <a:cs typeface="Arial"/>
              </a:defRPr>
            </a:lvl8pPr>
            <a:lvl9pPr>
              <a:defRPr sz="2175" b="0">
                <a:solidFill>
                  <a:srgbClr val="142B3B"/>
                </a:solidFill>
                <a:latin typeface="Arial"/>
                <a:ea typeface="Arial"/>
                <a:cs typeface="Arial"/>
              </a:defRPr>
            </a:lvl9pPr>
          </a:lstStyle>
          <a:p xmlns:a="http://schemas.openxmlformats.org/drawingml/2006/main">
            <a:pPr>
              <a:defRPr sz="2175" b="0">
                <a:solidFill>
                  <a:srgbClr val="142B3B"/>
                </a:solidFill>
                <a:latin typeface="Arial"/>
                <a:ea typeface="Arial"/>
                <a:cs typeface="Arial"/>
              </a:defRPr>
            </a:pPr>
            <a:r>
              <a:rPr sz="2175" b="0">
                <a:solidFill>
                  <a:srgbClr val="142B3B"/>
                </a:solidFill>
                <a:latin typeface="Arial"/>
                <a:ea typeface="Arial"/>
                <a:cs typeface="Arial"/>
              </a:rPr>
              <a:t>Main goal</a:t>
            </a:r>
          </a:p>
          <a:p xmlns:a="http://schemas.openxmlformats.org/drawingml/2006/main">
            <a:pPr>
              <a:defRPr sz="2175" b="0">
                <a:solidFill>
                  <a:srgbClr val="142B3B"/>
                </a:solidFill>
                <a:latin typeface="Arial"/>
                <a:ea typeface="Arial"/>
                <a:cs typeface="Arial"/>
              </a:defRPr>
            </a:pPr>
            <a:r>
              <a:rPr sz="2175" b="0">
                <a:solidFill>
                  <a:srgbClr val="142B3B"/>
                </a:solidFill>
                <a:latin typeface="Arial"/>
                <a:ea typeface="Arial"/>
                <a:cs typeface="Arial"/>
              </a:rPr>
              <a:t>Receive data from a server and use it.</a:t>
            </a:r>
          </a:p>
          <a:p xmlns:a="http://schemas.openxmlformats.org/drawingml/2006/main">
            <a:r>
              <a:t/>
            </a:r>
          </a:p>
          <a:p xmlns:a="http://schemas.openxmlformats.org/drawingml/2006/main">
            <a:pPr>
              <a:defRPr sz="2175" b="0">
                <a:solidFill>
                  <a:srgbClr val="142B3B"/>
                </a:solidFill>
                <a:latin typeface="Arial"/>
                <a:ea typeface="Arial"/>
                <a:cs typeface="Arial"/>
              </a:defRPr>
            </a:pPr>
            <a:r>
              <a:rPr sz="2175" b="0">
                <a:solidFill>
                  <a:srgbClr val="142B3B"/>
                </a:solidFill>
                <a:latin typeface="Arial"/>
                <a:ea typeface="Arial"/>
                <a:cs typeface="Arial"/>
              </a:rPr>
              <a:t>Small task</a:t>
            </a:r>
          </a:p>
          <a:p xmlns:a="http://schemas.openxmlformats.org/drawingml/2006/main">
            <a:pPr>
              <a:defRPr sz="2175" b="0">
                <a:solidFill>
                  <a:srgbClr val="142B3B"/>
                </a:solidFill>
                <a:latin typeface="Arial"/>
                <a:ea typeface="Arial"/>
                <a:cs typeface="Arial"/>
              </a:defRPr>
            </a:pPr>
            <a:r>
              <a:rPr sz="2175" b="0">
                <a:solidFill>
                  <a:srgbClr val="142B3B"/>
                </a:solidFill>
                <a:latin typeface="Arial"/>
                <a:ea typeface="Arial"/>
                <a:cs typeface="Arial"/>
              </a:rPr>
              <a:t>Turn that data into readable text.</a:t>
            </a:r>
          </a:p>
        </p:txBody>
      </p:sp>
      <p:sp>
        <p:nvSpPr>
          <p:cNvPr id="7" name="code">
            <a:extLst xmlns:a="http://schemas.openxmlformats.org/drawingml/2006/main">
              <a:ext uri="{FF2B5EF4-FFF2-40B4-BE49-F238E27FC236}">
                <a16:creationId xmlns:a16="http://schemas.microsoft.com/office/drawing/2014/main" id="{4741A6A7-E64B-46DD-ABAF-225F2AC59575}"/>
              </a:ext>
            </a:extLst>
          </p:cNvPr>
          <p:cNvSpPr>
            <a:spLocks xmlns:a="http://schemas.openxmlformats.org/drawingml/2006/main" noGrp="1"/>
          </p:cNvSpPr>
          <p:nvPr/>
        </p:nvSpPr>
        <p:spPr>
          <a:xfrm xmlns:a="http://schemas.openxmlformats.org/drawingml/2006/main">
            <a:off x="5857875" y="2076450"/>
            <a:ext cx="5619750" cy="2809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007D78"/>
                </a:solidFill>
                <a:latin typeface="Consolas"/>
                <a:ea typeface="Consolas"/>
                <a:cs typeface="Consolas"/>
              </a:defRPr>
            </a:defPPr>
            <a:lvl1pPr>
              <a:defRPr sz="1950" b="0">
                <a:solidFill>
                  <a:srgbClr val="007D78"/>
                </a:solidFill>
                <a:latin typeface="Consolas"/>
                <a:ea typeface="Consolas"/>
                <a:cs typeface="Consolas"/>
              </a:defRPr>
            </a:lvl1pPr>
            <a:lvl2pPr>
              <a:defRPr sz="1950" b="0">
                <a:solidFill>
                  <a:srgbClr val="007D78"/>
                </a:solidFill>
                <a:latin typeface="Consolas"/>
                <a:ea typeface="Consolas"/>
                <a:cs typeface="Consolas"/>
              </a:defRPr>
            </a:lvl2pPr>
            <a:lvl3pPr>
              <a:defRPr sz="1950" b="0">
                <a:solidFill>
                  <a:srgbClr val="007D78"/>
                </a:solidFill>
                <a:latin typeface="Consolas"/>
                <a:ea typeface="Consolas"/>
                <a:cs typeface="Consolas"/>
              </a:defRPr>
            </a:lvl3pPr>
            <a:lvl4pPr>
              <a:defRPr sz="1950" b="0">
                <a:solidFill>
                  <a:srgbClr val="007D78"/>
                </a:solidFill>
                <a:latin typeface="Consolas"/>
                <a:ea typeface="Consolas"/>
                <a:cs typeface="Consolas"/>
              </a:defRPr>
            </a:lvl4pPr>
            <a:lvl5pPr>
              <a:defRPr sz="1950" b="0">
                <a:solidFill>
                  <a:srgbClr val="007D78"/>
                </a:solidFill>
                <a:latin typeface="Consolas"/>
                <a:ea typeface="Consolas"/>
                <a:cs typeface="Consolas"/>
              </a:defRPr>
            </a:lvl5pPr>
            <a:lvl6pPr>
              <a:defRPr sz="1950" b="0">
                <a:solidFill>
                  <a:srgbClr val="007D78"/>
                </a:solidFill>
                <a:latin typeface="Consolas"/>
                <a:ea typeface="Consolas"/>
                <a:cs typeface="Consolas"/>
              </a:defRPr>
            </a:lvl6pPr>
            <a:lvl7pPr>
              <a:defRPr sz="1950" b="0">
                <a:solidFill>
                  <a:srgbClr val="007D78"/>
                </a:solidFill>
                <a:latin typeface="Consolas"/>
                <a:ea typeface="Consolas"/>
                <a:cs typeface="Consolas"/>
              </a:defRPr>
            </a:lvl7pPr>
            <a:lvl8pPr>
              <a:defRPr sz="1950" b="0">
                <a:solidFill>
                  <a:srgbClr val="007D78"/>
                </a:solidFill>
                <a:latin typeface="Consolas"/>
                <a:ea typeface="Consolas"/>
                <a:cs typeface="Consolas"/>
              </a:defRPr>
            </a:lvl8pPr>
            <a:lvl9pPr>
              <a:defRPr sz="1950" b="0">
                <a:solidFill>
                  <a:srgbClr val="007D78"/>
                </a:solidFill>
                <a:latin typeface="Consolas"/>
                <a:ea typeface="Consolas"/>
                <a:cs typeface="Consolas"/>
              </a:defRPr>
            </a:lvl9pPr>
          </a:lstStyle>
          <a:p xmlns:a="http://schemas.openxmlformats.org/drawingml/2006/main">
            <a:pPr>
              <a:defRPr sz="1950" b="0">
                <a:solidFill>
                  <a:srgbClr val="007D78"/>
                </a:solidFill>
                <a:latin typeface="Consolas"/>
                <a:ea typeface="Consolas"/>
                <a:cs typeface="Consolas"/>
              </a:defRPr>
            </a:pPr>
            <a:r>
              <a:rPr sz="1950" b="0">
                <a:solidFill>
                  <a:srgbClr val="007D78"/>
                </a:solidFill>
                <a:latin typeface="Consolas"/>
                <a:ea typeface="Consolas"/>
                <a:cs typeface="Consolas"/>
              </a:rPr>
              <a:t>text = format_pretty(response_data)</a:t>
            </a:r>
          </a:p>
          <a:p xmlns:a="http://schemas.openxmlformats.org/drawingml/2006/main">
            <a:pPr>
              <a:defRPr sz="1950" b="0">
                <a:solidFill>
                  <a:srgbClr val="007D78"/>
                </a:solidFill>
                <a:latin typeface="Consolas"/>
                <a:ea typeface="Consolas"/>
                <a:cs typeface="Consolas"/>
              </a:defRPr>
            </a:pPr>
            <a:r>
              <a:rPr sz="1950" b="0">
                <a:solidFill>
                  <a:srgbClr val="007D78"/>
                </a:solidFill>
                <a:latin typeface="Consolas"/>
                <a:ea typeface="Consolas"/>
                <a:cs typeface="Consolas"/>
              </a:rPr>
              <a:t>show(text)</a:t>
            </a:r>
          </a:p>
          <a:p xmlns:a="http://schemas.openxmlformats.org/drawingml/2006/main">
            <a:r>
              <a:t/>
            </a:r>
          </a:p>
          <a:p xmlns:a="http://schemas.openxmlformats.org/drawingml/2006/main">
            <a:pPr>
              <a:defRPr sz="1950" b="0">
                <a:solidFill>
                  <a:srgbClr val="007D78"/>
                </a:solidFill>
                <a:latin typeface="Consolas"/>
                <a:ea typeface="Consolas"/>
                <a:cs typeface="Consolas"/>
              </a:defRPr>
            </a:pPr>
            <a:r>
              <a:rPr sz="1950" b="0">
                <a:solidFill>
                  <a:srgbClr val="007D78"/>
                </a:solidFill>
                <a:latin typeface="Consolas"/>
                <a:ea typeface="Consolas"/>
                <a:cs typeface="Consolas"/>
              </a:rPr>
              <a:t># Example output:</a:t>
            </a:r>
          </a:p>
          <a:p xmlns:a="http://schemas.openxmlformats.org/drawingml/2006/main">
            <a:pPr>
              <a:defRPr sz="1950" b="0">
                <a:solidFill>
                  <a:srgbClr val="007D78"/>
                </a:solidFill>
                <a:latin typeface="Consolas"/>
                <a:ea typeface="Consolas"/>
                <a:cs typeface="Consolas"/>
              </a:defRPr>
            </a:pPr>
            <a:r>
              <a:rPr sz="1950" b="0">
                <a:solidFill>
                  <a:srgbClr val="007D78"/>
                </a:solidFill>
                <a:latin typeface="Consolas"/>
                <a:ea typeface="Consolas"/>
                <a:cs typeface="Consolas"/>
              </a:rPr>
              <a:t>name = "Anna"</a:t>
            </a:r>
          </a:p>
          <a:p xmlns:a="http://schemas.openxmlformats.org/drawingml/2006/main">
            <a:pPr>
              <a:defRPr sz="1950" b="0">
                <a:solidFill>
                  <a:srgbClr val="007D78"/>
                </a:solidFill>
                <a:latin typeface="Consolas"/>
                <a:ea typeface="Consolas"/>
                <a:cs typeface="Consolas"/>
              </a:defRPr>
            </a:pPr>
            <a:r>
              <a:rPr sz="1950" b="0">
                <a:solidFill>
                  <a:srgbClr val="007D78"/>
                </a:solidFill>
                <a:latin typeface="Consolas"/>
                <a:ea typeface="Consolas"/>
                <a:cs typeface="Consolas"/>
              </a:rPr>
              <a:t>score = 85</a:t>
            </a:r>
          </a:p>
        </p:txBody>
      </p:sp>
      <p:sp>
        <p:nvSpPr>
          <p:cNvPr id="8" name="caption">
            <a:extLst xmlns:a="http://schemas.openxmlformats.org/drawingml/2006/main">
              <a:ext uri="{FF2B5EF4-FFF2-40B4-BE49-F238E27FC236}">
                <a16:creationId xmlns:a16="http://schemas.microsoft.com/office/drawing/2014/main" id="{D0C9E1C2-7AD1-4286-95A6-D9945A8E3B6E}"/>
              </a:ext>
            </a:extLst>
          </p:cNvPr>
          <p:cNvSpPr>
            <a:spLocks xmlns:a="http://schemas.openxmlformats.org/drawingml/2006/main" noGrp="1"/>
          </p:cNvSpPr>
          <p:nvPr/>
        </p:nvSpPr>
        <p:spPr>
          <a:xfrm xmlns:a="http://schemas.openxmlformats.org/drawingml/2006/main">
            <a:off x="685800" y="5381625"/>
            <a:ext cx="10763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526672"/>
                </a:solidFill>
                <a:latin typeface="Arial"/>
                <a:ea typeface="Arial"/>
                <a:cs typeface="Arial"/>
              </a:defRPr>
            </a:defPPr>
            <a:lvl1pPr>
              <a:defRPr sz="2025" b="0">
                <a:solidFill>
                  <a:srgbClr val="526672"/>
                </a:solidFill>
                <a:latin typeface="Arial"/>
                <a:ea typeface="Arial"/>
                <a:cs typeface="Arial"/>
              </a:defRPr>
            </a:lvl1pPr>
            <a:lvl2pPr>
              <a:defRPr sz="2025" b="0">
                <a:solidFill>
                  <a:srgbClr val="526672"/>
                </a:solidFill>
                <a:latin typeface="Arial"/>
                <a:ea typeface="Arial"/>
                <a:cs typeface="Arial"/>
              </a:defRPr>
            </a:lvl2pPr>
            <a:lvl3pPr>
              <a:defRPr sz="2025" b="0">
                <a:solidFill>
                  <a:srgbClr val="526672"/>
                </a:solidFill>
                <a:latin typeface="Arial"/>
                <a:ea typeface="Arial"/>
                <a:cs typeface="Arial"/>
              </a:defRPr>
            </a:lvl3pPr>
            <a:lvl4pPr>
              <a:defRPr sz="2025" b="0">
                <a:solidFill>
                  <a:srgbClr val="526672"/>
                </a:solidFill>
                <a:latin typeface="Arial"/>
                <a:ea typeface="Arial"/>
                <a:cs typeface="Arial"/>
              </a:defRPr>
            </a:lvl4pPr>
            <a:lvl5pPr>
              <a:defRPr sz="2025" b="0">
                <a:solidFill>
                  <a:srgbClr val="526672"/>
                </a:solidFill>
                <a:latin typeface="Arial"/>
                <a:ea typeface="Arial"/>
                <a:cs typeface="Arial"/>
              </a:defRPr>
            </a:lvl5pPr>
            <a:lvl6pPr>
              <a:defRPr sz="2025" b="0">
                <a:solidFill>
                  <a:srgbClr val="526672"/>
                </a:solidFill>
                <a:latin typeface="Arial"/>
                <a:ea typeface="Arial"/>
                <a:cs typeface="Arial"/>
              </a:defRPr>
            </a:lvl6pPr>
            <a:lvl7pPr>
              <a:defRPr sz="2025" b="0">
                <a:solidFill>
                  <a:srgbClr val="526672"/>
                </a:solidFill>
                <a:latin typeface="Arial"/>
                <a:ea typeface="Arial"/>
                <a:cs typeface="Arial"/>
              </a:defRPr>
            </a:lvl7pPr>
            <a:lvl8pPr>
              <a:defRPr sz="2025" b="0">
                <a:solidFill>
                  <a:srgbClr val="526672"/>
                </a:solidFill>
                <a:latin typeface="Arial"/>
                <a:ea typeface="Arial"/>
                <a:cs typeface="Arial"/>
              </a:defRPr>
            </a:lvl8pPr>
            <a:lvl9pPr>
              <a:defRPr sz="2025" b="0">
                <a:solidFill>
                  <a:srgbClr val="526672"/>
                </a:solidFill>
                <a:latin typeface="Arial"/>
                <a:ea typeface="Arial"/>
                <a:cs typeface="Arial"/>
              </a:defRPr>
            </a:lvl9pPr>
          </a:lstStyle>
          <a:p xmlns:a="http://schemas.openxmlformats.org/drawingml/2006/main">
            <a:pPr>
              <a:defRPr sz="2025" b="0">
                <a:solidFill>
                  <a:srgbClr val="526672"/>
                </a:solidFill>
                <a:latin typeface="Arial"/>
                <a:ea typeface="Arial"/>
                <a:cs typeface="Arial"/>
              </a:defRPr>
            </a:pPr>
            <a:r>
              <a:rPr sz="2025" b="0">
                <a:solidFill>
                  <a:srgbClr val="526672"/>
                </a:solidFill>
                <a:latin typeface="Arial"/>
                <a:ea typeface="Arial"/>
                <a:cs typeface="Arial"/>
              </a:rPr>
              <a:t>A separate formatter is easier to improve.</a:t>
            </a:r>
          </a:p>
        </p:txBody>
      </p:sp>
    </p:spTree>
    <p:extLst>
      <p:ext uri="{BB962C8B-B14F-4D97-AF65-F5344CB8AC3E}">
        <p14:creationId xmlns:p14="http://schemas.microsoft.com/office/powerpoint/2010/main" val="1884530478"/>
      </p:ext>
    </p:extLst>
  </p:cSld>
</p:sld>
</file>

<file path=ppt/slides/slide6.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 name="chapter-label">
            <a:extLst xmlns:a="http://schemas.openxmlformats.org/drawingml/2006/main">
              <a:ext uri="{FF2B5EF4-FFF2-40B4-BE49-F238E27FC236}">
                <a16:creationId xmlns:a16="http://schemas.microsoft.com/office/drawing/2014/main" id="{5E92FBBA-7C9E-4E27-8C6F-7FBD30DCA35E}"/>
              </a:ext>
            </a:extLst>
          </p:cNvPr>
          <p:cNvSpPr>
            <a:spLocks xmlns:a="http://schemas.openxmlformats.org/drawingml/2006/main" noGrp="1"/>
          </p:cNvSpPr>
          <p:nvPr/>
        </p:nvSpPr>
        <p:spPr>
          <a:xfrm xmlns:a="http://schemas.openxmlformats.org/drawingml/2006/main">
            <a:off x="685800" y="333375"/>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007D78"/>
                </a:solidFill>
                <a:latin typeface="Arial"/>
                <a:ea typeface="Arial"/>
                <a:cs typeface="Arial"/>
              </a:defRPr>
            </a:defPPr>
            <a:lvl1pPr>
              <a:defRPr sz="1275" b="1">
                <a:solidFill>
                  <a:srgbClr val="007D78"/>
                </a:solidFill>
                <a:latin typeface="Arial"/>
                <a:ea typeface="Arial"/>
                <a:cs typeface="Arial"/>
              </a:defRPr>
            </a:lvl1pPr>
            <a:lvl2pPr>
              <a:defRPr sz="1275" b="1">
                <a:solidFill>
                  <a:srgbClr val="007D78"/>
                </a:solidFill>
                <a:latin typeface="Arial"/>
                <a:ea typeface="Arial"/>
                <a:cs typeface="Arial"/>
              </a:defRPr>
            </a:lvl2pPr>
            <a:lvl3pPr>
              <a:defRPr sz="1275" b="1">
                <a:solidFill>
                  <a:srgbClr val="007D78"/>
                </a:solidFill>
                <a:latin typeface="Arial"/>
                <a:ea typeface="Arial"/>
                <a:cs typeface="Arial"/>
              </a:defRPr>
            </a:lvl3pPr>
            <a:lvl4pPr>
              <a:defRPr sz="1275" b="1">
                <a:solidFill>
                  <a:srgbClr val="007D78"/>
                </a:solidFill>
                <a:latin typeface="Arial"/>
                <a:ea typeface="Arial"/>
                <a:cs typeface="Arial"/>
              </a:defRPr>
            </a:lvl4pPr>
            <a:lvl5pPr>
              <a:defRPr sz="1275" b="1">
                <a:solidFill>
                  <a:srgbClr val="007D78"/>
                </a:solidFill>
                <a:latin typeface="Arial"/>
                <a:ea typeface="Arial"/>
                <a:cs typeface="Arial"/>
              </a:defRPr>
            </a:lvl5pPr>
            <a:lvl6pPr>
              <a:defRPr sz="1275" b="1">
                <a:solidFill>
                  <a:srgbClr val="007D78"/>
                </a:solidFill>
                <a:latin typeface="Arial"/>
                <a:ea typeface="Arial"/>
                <a:cs typeface="Arial"/>
              </a:defRPr>
            </a:lvl6pPr>
            <a:lvl7pPr>
              <a:defRPr sz="1275" b="1">
                <a:solidFill>
                  <a:srgbClr val="007D78"/>
                </a:solidFill>
                <a:latin typeface="Arial"/>
                <a:ea typeface="Arial"/>
                <a:cs typeface="Arial"/>
              </a:defRPr>
            </a:lvl7pPr>
            <a:lvl8pPr>
              <a:defRPr sz="1275" b="1">
                <a:solidFill>
                  <a:srgbClr val="007D78"/>
                </a:solidFill>
                <a:latin typeface="Arial"/>
                <a:ea typeface="Arial"/>
                <a:cs typeface="Arial"/>
              </a:defRPr>
            </a:lvl8pPr>
            <a:lvl9pPr>
              <a:defRPr sz="1275" b="1">
                <a:solidFill>
                  <a:srgbClr val="007D78"/>
                </a:solidFill>
                <a:latin typeface="Arial"/>
                <a:ea typeface="Arial"/>
                <a:cs typeface="Arial"/>
              </a:defRPr>
            </a:lvl9pPr>
          </a:lstStyle>
          <a:p xmlns:a="http://schemas.openxmlformats.org/drawingml/2006/main">
            <a:pPr>
              <a:defRPr sz="1275" b="1">
                <a:solidFill>
                  <a:srgbClr val="007D78"/>
                </a:solidFill>
                <a:latin typeface="Arial"/>
                <a:ea typeface="Arial"/>
                <a:cs typeface="Arial"/>
              </a:defRPr>
            </a:pPr>
            <a:r>
              <a:rPr sz="1275" b="1">
                <a:solidFill>
                  <a:srgbClr val="007D78"/>
                </a:solidFill>
                <a:latin typeface="Arial"/>
                <a:ea typeface="Arial"/>
                <a:cs typeface="Arial"/>
              </a:rPr>
              <a:t>CHAPTER 10</a:t>
            </a:r>
          </a:p>
        </p:txBody>
      </p:sp>
      <p:sp>
        <p:nvSpPr>
          <p:cNvPr id="3" name="slide-number">
            <a:extLst xmlns:a="http://schemas.openxmlformats.org/drawingml/2006/main">
              <a:ext uri="{FF2B5EF4-FFF2-40B4-BE49-F238E27FC236}">
                <a16:creationId xmlns:a16="http://schemas.microsoft.com/office/drawing/2014/main" id="{E4FAC623-E722-4DD4-9317-8262FE397D71}"/>
              </a:ext>
            </a:extLst>
          </p:cNvPr>
          <p:cNvSpPr>
            <a:spLocks xmlns:a="http://schemas.openxmlformats.org/drawingml/2006/main" noGrp="1"/>
          </p:cNvSpPr>
          <p:nvPr/>
        </p:nvSpPr>
        <p:spPr>
          <a:xfrm xmlns:a="http://schemas.openxmlformats.org/drawingml/2006/main">
            <a:off x="10572750" y="6334125"/>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526672"/>
                </a:solidFill>
                <a:latin typeface="Arial"/>
                <a:ea typeface="Arial"/>
                <a:cs typeface="Arial"/>
              </a:defRPr>
            </a:defPPr>
            <a:lvl1pPr>
              <a:defRPr sz="1200" b="0">
                <a:solidFill>
                  <a:srgbClr val="526672"/>
                </a:solidFill>
                <a:latin typeface="Arial"/>
                <a:ea typeface="Arial"/>
                <a:cs typeface="Arial"/>
              </a:defRPr>
            </a:lvl1pPr>
            <a:lvl2pPr>
              <a:defRPr sz="1200" b="0">
                <a:solidFill>
                  <a:srgbClr val="526672"/>
                </a:solidFill>
                <a:latin typeface="Arial"/>
                <a:ea typeface="Arial"/>
                <a:cs typeface="Arial"/>
              </a:defRPr>
            </a:lvl2pPr>
            <a:lvl3pPr>
              <a:defRPr sz="1200" b="0">
                <a:solidFill>
                  <a:srgbClr val="526672"/>
                </a:solidFill>
                <a:latin typeface="Arial"/>
                <a:ea typeface="Arial"/>
                <a:cs typeface="Arial"/>
              </a:defRPr>
            </a:lvl3pPr>
            <a:lvl4pPr>
              <a:defRPr sz="1200" b="0">
                <a:solidFill>
                  <a:srgbClr val="526672"/>
                </a:solidFill>
                <a:latin typeface="Arial"/>
                <a:ea typeface="Arial"/>
                <a:cs typeface="Arial"/>
              </a:defRPr>
            </a:lvl4pPr>
            <a:lvl5pPr>
              <a:defRPr sz="1200" b="0">
                <a:solidFill>
                  <a:srgbClr val="526672"/>
                </a:solidFill>
                <a:latin typeface="Arial"/>
                <a:ea typeface="Arial"/>
                <a:cs typeface="Arial"/>
              </a:defRPr>
            </a:lvl5pPr>
            <a:lvl6pPr>
              <a:defRPr sz="1200" b="0">
                <a:solidFill>
                  <a:srgbClr val="526672"/>
                </a:solidFill>
                <a:latin typeface="Arial"/>
                <a:ea typeface="Arial"/>
                <a:cs typeface="Arial"/>
              </a:defRPr>
            </a:lvl6pPr>
            <a:lvl7pPr>
              <a:defRPr sz="1200" b="0">
                <a:solidFill>
                  <a:srgbClr val="526672"/>
                </a:solidFill>
                <a:latin typeface="Arial"/>
                <a:ea typeface="Arial"/>
                <a:cs typeface="Arial"/>
              </a:defRPr>
            </a:lvl7pPr>
            <a:lvl8pPr>
              <a:defRPr sz="1200" b="0">
                <a:solidFill>
                  <a:srgbClr val="526672"/>
                </a:solidFill>
                <a:latin typeface="Arial"/>
                <a:ea typeface="Arial"/>
                <a:cs typeface="Arial"/>
              </a:defRPr>
            </a:lvl8pPr>
            <a:lvl9pPr>
              <a:defRPr sz="1200" b="0">
                <a:solidFill>
                  <a:srgbClr val="526672"/>
                </a:solidFill>
                <a:latin typeface="Arial"/>
                <a:ea typeface="Arial"/>
                <a:cs typeface="Arial"/>
              </a:defRPr>
            </a:lvl9pPr>
          </a:lstStyle>
          <a:p xmlns:a="http://schemas.openxmlformats.org/drawingml/2006/main">
            <a:pPr>
              <a:defRPr sz="1200" b="0">
                <a:solidFill>
                  <a:srgbClr val="526672"/>
                </a:solidFill>
                <a:latin typeface="Arial"/>
                <a:ea typeface="Arial"/>
                <a:cs typeface="Arial"/>
              </a:defRPr>
            </a:pPr>
            <a:r>
              <a:rPr sz="1200" b="0">
                <a:solidFill>
                  <a:srgbClr val="526672"/>
                </a:solidFill>
                <a:latin typeface="Arial"/>
                <a:ea typeface="Arial"/>
                <a:cs typeface="Arial"/>
              </a:rPr>
              <a:t>06 / 10</a:t>
            </a:r>
          </a:p>
        </p:txBody>
      </p:sp>
      <p:sp>
        <p:nvSpPr>
          <p:cNvPr id="4" name="source">
            <a:extLst xmlns:a="http://schemas.openxmlformats.org/drawingml/2006/main">
              <a:ext uri="{FF2B5EF4-FFF2-40B4-BE49-F238E27FC236}">
                <a16:creationId xmlns:a16="http://schemas.microsoft.com/office/drawing/2014/main" id="{C5A780DE-2C3B-4312-A2CD-B7833683AC6E}"/>
              </a:ext>
            </a:extLst>
          </p:cNvPr>
          <p:cNvSpPr>
            <a:spLocks xmlns:a="http://schemas.openxmlformats.org/drawingml/2006/main" noGrp="1"/>
          </p:cNvSpPr>
          <p:nvPr/>
        </p:nvSpPr>
        <p:spPr>
          <a:xfrm xmlns:a="http://schemas.openxmlformats.org/drawingml/2006/main">
            <a:off x="685800" y="6334125"/>
            <a:ext cx="952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672"/>
                </a:solidFill>
                <a:latin typeface="Arial"/>
                <a:ea typeface="Arial"/>
                <a:cs typeface="Arial"/>
              </a:defRPr>
            </a:defPPr>
            <a:lvl1pPr>
              <a:defRPr sz="1125" b="0">
                <a:solidFill>
                  <a:srgbClr val="526672"/>
                </a:solidFill>
                <a:latin typeface="Arial"/>
                <a:ea typeface="Arial"/>
                <a:cs typeface="Arial"/>
              </a:defRPr>
            </a:lvl1pPr>
            <a:lvl2pPr>
              <a:defRPr sz="1125" b="0">
                <a:solidFill>
                  <a:srgbClr val="526672"/>
                </a:solidFill>
                <a:latin typeface="Arial"/>
                <a:ea typeface="Arial"/>
                <a:cs typeface="Arial"/>
              </a:defRPr>
            </a:lvl2pPr>
            <a:lvl3pPr>
              <a:defRPr sz="1125" b="0">
                <a:solidFill>
                  <a:srgbClr val="526672"/>
                </a:solidFill>
                <a:latin typeface="Arial"/>
                <a:ea typeface="Arial"/>
                <a:cs typeface="Arial"/>
              </a:defRPr>
            </a:lvl3pPr>
            <a:lvl4pPr>
              <a:defRPr sz="1125" b="0">
                <a:solidFill>
                  <a:srgbClr val="526672"/>
                </a:solidFill>
                <a:latin typeface="Arial"/>
                <a:ea typeface="Arial"/>
                <a:cs typeface="Arial"/>
              </a:defRPr>
            </a:lvl4pPr>
            <a:lvl5pPr>
              <a:defRPr sz="1125" b="0">
                <a:solidFill>
                  <a:srgbClr val="526672"/>
                </a:solidFill>
                <a:latin typeface="Arial"/>
                <a:ea typeface="Arial"/>
                <a:cs typeface="Arial"/>
              </a:defRPr>
            </a:lvl5pPr>
            <a:lvl6pPr>
              <a:defRPr sz="1125" b="0">
                <a:solidFill>
                  <a:srgbClr val="526672"/>
                </a:solidFill>
                <a:latin typeface="Arial"/>
                <a:ea typeface="Arial"/>
                <a:cs typeface="Arial"/>
              </a:defRPr>
            </a:lvl6pPr>
            <a:lvl7pPr>
              <a:defRPr sz="1125" b="0">
                <a:solidFill>
                  <a:srgbClr val="526672"/>
                </a:solidFill>
                <a:latin typeface="Arial"/>
                <a:ea typeface="Arial"/>
                <a:cs typeface="Arial"/>
              </a:defRPr>
            </a:lvl7pPr>
            <a:lvl8pPr>
              <a:defRPr sz="1125" b="0">
                <a:solidFill>
                  <a:srgbClr val="526672"/>
                </a:solidFill>
                <a:latin typeface="Arial"/>
                <a:ea typeface="Arial"/>
                <a:cs typeface="Arial"/>
              </a:defRPr>
            </a:lvl8pPr>
            <a:lvl9pPr>
              <a:defRPr sz="1125" b="0">
                <a:solidFill>
                  <a:srgbClr val="526672"/>
                </a:solidFill>
                <a:latin typeface="Arial"/>
                <a:ea typeface="Arial"/>
                <a:cs typeface="Arial"/>
              </a:defRPr>
            </a:lvl9pPr>
          </a:lstStyle>
          <a:p xmlns:a="http://schemas.openxmlformats.org/drawingml/2006/main">
            <a:pPr>
              <a:defRPr sz="1125" b="0">
                <a:solidFill>
                  <a:srgbClr val="526672"/>
                </a:solidFill>
                <a:latin typeface="Arial"/>
                <a:ea typeface="Arial"/>
                <a:cs typeface="Arial"/>
              </a:defRPr>
            </a:pPr>
            <a:r>
              <a:rPr sz="1125" b="0">
                <a:solidFill>
                  <a:srgbClr val="526672"/>
                </a:solidFill>
                <a:latin typeface="Arial"/>
                <a:ea typeface="Arial"/>
                <a:cs typeface="Arial"/>
              </a:rPr>
              <a:t>Boswell &amp; Foucher, Chapter 10, pp. 114</a:t>
            </a:r>
          </a:p>
        </p:txBody>
      </p:sp>
      <p:sp>
        <p:nvSpPr>
          <p:cNvPr id="5" name="title">
            <a:extLst xmlns:a="http://schemas.openxmlformats.org/drawingml/2006/main">
              <a:ext uri="{FF2B5EF4-FFF2-40B4-BE49-F238E27FC236}">
                <a16:creationId xmlns:a16="http://schemas.microsoft.com/office/drawing/2014/main" id="{921E04B8-8312-4241-A303-D554314ED8B0}"/>
              </a:ext>
            </a:extLst>
          </p:cNvPr>
          <p:cNvSpPr>
            <a:spLocks xmlns:a="http://schemas.openxmlformats.org/drawingml/2006/main" noGrp="1"/>
          </p:cNvSpPr>
          <p:nvPr/>
        </p:nvSpPr>
        <p:spPr>
          <a:xfrm xmlns:a="http://schemas.openxmlformats.org/drawingml/2006/main">
            <a:off x="685800" y="876300"/>
            <a:ext cx="108204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42B3B"/>
                </a:solidFill>
                <a:latin typeface="Arial"/>
                <a:ea typeface="Arial"/>
                <a:cs typeface="Arial"/>
              </a:defRPr>
            </a:defPPr>
            <a:lvl1pPr>
              <a:defRPr sz="3150" b="1">
                <a:solidFill>
                  <a:srgbClr val="142B3B"/>
                </a:solidFill>
                <a:latin typeface="Arial"/>
                <a:ea typeface="Arial"/>
                <a:cs typeface="Arial"/>
              </a:defRPr>
            </a:lvl1pPr>
            <a:lvl2pPr>
              <a:defRPr sz="3150" b="1">
                <a:solidFill>
                  <a:srgbClr val="142B3B"/>
                </a:solidFill>
                <a:latin typeface="Arial"/>
                <a:ea typeface="Arial"/>
                <a:cs typeface="Arial"/>
              </a:defRPr>
            </a:lvl2pPr>
            <a:lvl3pPr>
              <a:defRPr sz="3150" b="1">
                <a:solidFill>
                  <a:srgbClr val="142B3B"/>
                </a:solidFill>
                <a:latin typeface="Arial"/>
                <a:ea typeface="Arial"/>
                <a:cs typeface="Arial"/>
              </a:defRPr>
            </a:lvl3pPr>
            <a:lvl4pPr>
              <a:defRPr sz="3150" b="1">
                <a:solidFill>
                  <a:srgbClr val="142B3B"/>
                </a:solidFill>
                <a:latin typeface="Arial"/>
                <a:ea typeface="Arial"/>
                <a:cs typeface="Arial"/>
              </a:defRPr>
            </a:lvl4pPr>
            <a:lvl5pPr>
              <a:defRPr sz="3150" b="1">
                <a:solidFill>
                  <a:srgbClr val="142B3B"/>
                </a:solidFill>
                <a:latin typeface="Arial"/>
                <a:ea typeface="Arial"/>
                <a:cs typeface="Arial"/>
              </a:defRPr>
            </a:lvl5pPr>
            <a:lvl6pPr>
              <a:defRPr sz="3150" b="1">
                <a:solidFill>
                  <a:srgbClr val="142B3B"/>
                </a:solidFill>
                <a:latin typeface="Arial"/>
                <a:ea typeface="Arial"/>
                <a:cs typeface="Arial"/>
              </a:defRPr>
            </a:lvl6pPr>
            <a:lvl7pPr>
              <a:defRPr sz="3150" b="1">
                <a:solidFill>
                  <a:srgbClr val="142B3B"/>
                </a:solidFill>
                <a:latin typeface="Arial"/>
                <a:ea typeface="Arial"/>
                <a:cs typeface="Arial"/>
              </a:defRPr>
            </a:lvl7pPr>
            <a:lvl8pPr>
              <a:defRPr sz="3150" b="1">
                <a:solidFill>
                  <a:srgbClr val="142B3B"/>
                </a:solidFill>
                <a:latin typeface="Arial"/>
                <a:ea typeface="Arial"/>
                <a:cs typeface="Arial"/>
              </a:defRPr>
            </a:lvl8pPr>
            <a:lvl9pPr>
              <a:defRPr sz="3150" b="1">
                <a:solidFill>
                  <a:srgbClr val="142B3B"/>
                </a:solidFill>
                <a:latin typeface="Arial"/>
                <a:ea typeface="Arial"/>
                <a:cs typeface="Arial"/>
              </a:defRPr>
            </a:lvl9pPr>
          </a:lstStyle>
          <a:p xmlns:a="http://schemas.openxmlformats.org/drawingml/2006/main">
            <a:pPr>
              <a:defRPr sz="3150" b="1">
                <a:solidFill>
                  <a:srgbClr val="142B3B"/>
                </a:solidFill>
                <a:latin typeface="Arial"/>
                <a:ea typeface="Arial"/>
                <a:cs typeface="Arial"/>
              </a:defRPr>
            </a:pPr>
            <a:r>
              <a:rPr sz="3150" b="1">
                <a:solidFill>
                  <a:srgbClr val="142B3B"/>
                </a:solidFill>
                <a:latin typeface="Arial"/>
                <a:ea typeface="Arial"/>
                <a:cs typeface="Arial"/>
              </a:rPr>
              <a:t>Helpers that work on their own</a:t>
            </a:r>
          </a:p>
        </p:txBody>
      </p:sp>
      <p:sp>
        <p:nvSpPr>
          <p:cNvPr id="6" name="body">
            <a:extLst xmlns:a="http://schemas.openxmlformats.org/drawingml/2006/main">
              <a:ext uri="{FF2B5EF4-FFF2-40B4-BE49-F238E27FC236}">
                <a16:creationId xmlns:a16="http://schemas.microsoft.com/office/drawing/2014/main" id="{CC93D256-EDE1-49F6-9434-C5C9ECA46567}"/>
              </a:ext>
            </a:extLst>
          </p:cNvPr>
          <p:cNvSpPr>
            <a:spLocks xmlns:a="http://schemas.openxmlformats.org/drawingml/2006/main" noGrp="1"/>
          </p:cNvSpPr>
          <p:nvPr/>
        </p:nvSpPr>
        <p:spPr>
          <a:xfrm xmlns:a="http://schemas.openxmlformats.org/drawingml/2006/main">
            <a:off x="685800" y="190500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42B3B"/>
                </a:solidFill>
                <a:latin typeface="Arial"/>
                <a:ea typeface="Arial"/>
                <a:cs typeface="Arial"/>
              </a:defRPr>
            </a:defPPr>
            <a:lvl1pPr>
              <a:defRPr sz="2250" b="0">
                <a:solidFill>
                  <a:srgbClr val="142B3B"/>
                </a:solidFill>
                <a:latin typeface="Arial"/>
                <a:ea typeface="Arial"/>
                <a:cs typeface="Arial"/>
              </a:defRPr>
            </a:lvl1pPr>
            <a:lvl2pPr>
              <a:defRPr sz="2250" b="0">
                <a:solidFill>
                  <a:srgbClr val="142B3B"/>
                </a:solidFill>
                <a:latin typeface="Arial"/>
                <a:ea typeface="Arial"/>
                <a:cs typeface="Arial"/>
              </a:defRPr>
            </a:lvl2pPr>
            <a:lvl3pPr>
              <a:defRPr sz="2250" b="0">
                <a:solidFill>
                  <a:srgbClr val="142B3B"/>
                </a:solidFill>
                <a:latin typeface="Arial"/>
                <a:ea typeface="Arial"/>
                <a:cs typeface="Arial"/>
              </a:defRPr>
            </a:lvl3pPr>
            <a:lvl4pPr>
              <a:defRPr sz="2250" b="0">
                <a:solidFill>
                  <a:srgbClr val="142B3B"/>
                </a:solidFill>
                <a:latin typeface="Arial"/>
                <a:ea typeface="Arial"/>
                <a:cs typeface="Arial"/>
              </a:defRPr>
            </a:lvl4pPr>
            <a:lvl5pPr>
              <a:defRPr sz="2250" b="0">
                <a:solidFill>
                  <a:srgbClr val="142B3B"/>
                </a:solidFill>
                <a:latin typeface="Arial"/>
                <a:ea typeface="Arial"/>
                <a:cs typeface="Arial"/>
              </a:defRPr>
            </a:lvl5pPr>
            <a:lvl6pPr>
              <a:defRPr sz="2250" b="0">
                <a:solidFill>
                  <a:srgbClr val="142B3B"/>
                </a:solidFill>
                <a:latin typeface="Arial"/>
                <a:ea typeface="Arial"/>
                <a:cs typeface="Arial"/>
              </a:defRPr>
            </a:lvl6pPr>
            <a:lvl7pPr>
              <a:defRPr sz="2250" b="0">
                <a:solidFill>
                  <a:srgbClr val="142B3B"/>
                </a:solidFill>
                <a:latin typeface="Arial"/>
                <a:ea typeface="Arial"/>
                <a:cs typeface="Arial"/>
              </a:defRPr>
            </a:lvl7pPr>
            <a:lvl8pPr>
              <a:defRPr sz="2250" b="0">
                <a:solidFill>
                  <a:srgbClr val="142B3B"/>
                </a:solidFill>
                <a:latin typeface="Arial"/>
                <a:ea typeface="Arial"/>
                <a:cs typeface="Arial"/>
              </a:defRPr>
            </a:lvl8pPr>
            <a:lvl9pPr>
              <a:defRPr sz="2250" b="0">
                <a:solidFill>
                  <a:srgbClr val="142B3B"/>
                </a:solidFill>
                <a:latin typeface="Arial"/>
                <a:ea typeface="Arial"/>
                <a:cs typeface="Arial"/>
              </a:defRPr>
            </a:lvl9pPr>
          </a:lstStyle>
          <a:p xmlns:a="http://schemas.openxmlformats.org/drawingml/2006/main">
            <a:pPr>
              <a:defRPr sz="2250" b="0">
                <a:solidFill>
                  <a:srgbClr val="142B3B"/>
                </a:solidFill>
                <a:latin typeface="Arial"/>
                <a:ea typeface="Arial"/>
                <a:cs typeface="Arial"/>
              </a:defRPr>
            </a:pPr>
            <a:r>
              <a:rPr sz="2250" b="0">
                <a:solidFill>
                  <a:srgbClr val="142B3B"/>
                </a:solidFill>
                <a:latin typeface="Arial"/>
                <a:ea typeface="Arial"/>
                <a:cs typeface="Arial"/>
              </a:rPr>
              <a:t>A useful general helper needs little knowledge of the app.</a:t>
            </a:r>
          </a:p>
        </p:txBody>
      </p:sp>
      <p:sp>
        <p:nvSpPr>
          <p:cNvPr id="7" name="label-0">
            <a:extLst xmlns:a="http://schemas.openxmlformats.org/drawingml/2006/main">
              <a:ext uri="{FF2B5EF4-FFF2-40B4-BE49-F238E27FC236}">
                <a16:creationId xmlns:a16="http://schemas.microsoft.com/office/drawing/2014/main" id="{8BED8879-7FD7-4620-AB45-9743B52D54FC}"/>
              </a:ext>
            </a:extLst>
          </p:cNvPr>
          <p:cNvSpPr>
            <a:spLocks xmlns:a="http://schemas.openxmlformats.org/drawingml/2006/main" noGrp="1"/>
          </p:cNvSpPr>
          <p:nvPr/>
        </p:nvSpPr>
        <p:spPr>
          <a:xfrm xmlns:a="http://schemas.openxmlformats.org/drawingml/2006/main">
            <a:off x="685800" y="2714625"/>
            <a:ext cx="3095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007D78"/>
                </a:solidFill>
                <a:latin typeface="Arial"/>
                <a:ea typeface="Arial"/>
                <a:cs typeface="Arial"/>
              </a:defRPr>
            </a:defPPr>
            <a:lvl1pPr>
              <a:defRPr sz="2100" b="1">
                <a:solidFill>
                  <a:srgbClr val="007D78"/>
                </a:solidFill>
                <a:latin typeface="Arial"/>
                <a:ea typeface="Arial"/>
                <a:cs typeface="Arial"/>
              </a:defRPr>
            </a:lvl1pPr>
            <a:lvl2pPr>
              <a:defRPr sz="2100" b="1">
                <a:solidFill>
                  <a:srgbClr val="007D78"/>
                </a:solidFill>
                <a:latin typeface="Arial"/>
                <a:ea typeface="Arial"/>
                <a:cs typeface="Arial"/>
              </a:defRPr>
            </a:lvl2pPr>
            <a:lvl3pPr>
              <a:defRPr sz="2100" b="1">
                <a:solidFill>
                  <a:srgbClr val="007D78"/>
                </a:solidFill>
                <a:latin typeface="Arial"/>
                <a:ea typeface="Arial"/>
                <a:cs typeface="Arial"/>
              </a:defRPr>
            </a:lvl3pPr>
            <a:lvl4pPr>
              <a:defRPr sz="2100" b="1">
                <a:solidFill>
                  <a:srgbClr val="007D78"/>
                </a:solidFill>
                <a:latin typeface="Arial"/>
                <a:ea typeface="Arial"/>
                <a:cs typeface="Arial"/>
              </a:defRPr>
            </a:lvl4pPr>
            <a:lvl5pPr>
              <a:defRPr sz="2100" b="1">
                <a:solidFill>
                  <a:srgbClr val="007D78"/>
                </a:solidFill>
                <a:latin typeface="Arial"/>
                <a:ea typeface="Arial"/>
                <a:cs typeface="Arial"/>
              </a:defRPr>
            </a:lvl5pPr>
            <a:lvl6pPr>
              <a:defRPr sz="2100" b="1">
                <a:solidFill>
                  <a:srgbClr val="007D78"/>
                </a:solidFill>
                <a:latin typeface="Arial"/>
                <a:ea typeface="Arial"/>
                <a:cs typeface="Arial"/>
              </a:defRPr>
            </a:lvl6pPr>
            <a:lvl7pPr>
              <a:defRPr sz="2100" b="1">
                <a:solidFill>
                  <a:srgbClr val="007D78"/>
                </a:solidFill>
                <a:latin typeface="Arial"/>
                <a:ea typeface="Arial"/>
                <a:cs typeface="Arial"/>
              </a:defRPr>
            </a:lvl7pPr>
            <a:lvl8pPr>
              <a:defRPr sz="2100" b="1">
                <a:solidFill>
                  <a:srgbClr val="007D78"/>
                </a:solidFill>
                <a:latin typeface="Arial"/>
                <a:ea typeface="Arial"/>
                <a:cs typeface="Arial"/>
              </a:defRPr>
            </a:lvl8pPr>
            <a:lvl9pPr>
              <a:defRPr sz="2100" b="1">
                <a:solidFill>
                  <a:srgbClr val="007D78"/>
                </a:solidFill>
                <a:latin typeface="Arial"/>
                <a:ea typeface="Arial"/>
                <a:cs typeface="Arial"/>
              </a:defRPr>
            </a:lvl9pPr>
          </a:lstStyle>
          <a:p xmlns:a="http://schemas.openxmlformats.org/drawingml/2006/main">
            <a:pPr>
              <a:defRPr sz="2100" b="1">
                <a:solidFill>
                  <a:srgbClr val="007D78"/>
                </a:solidFill>
                <a:latin typeface="Arial"/>
                <a:ea typeface="Arial"/>
                <a:cs typeface="Arial"/>
              </a:defRPr>
            </a:pPr>
            <a:r>
              <a:rPr sz="2100" b="1">
                <a:solidFill>
                  <a:srgbClr val="007D78"/>
                </a:solidFill>
                <a:latin typeface="Arial"/>
                <a:ea typeface="Arial"/>
                <a:cs typeface="Arial"/>
              </a:rPr>
              <a:t>Clear inputs</a:t>
            </a:r>
          </a:p>
        </p:txBody>
      </p:sp>
      <p:sp>
        <p:nvSpPr>
          <p:cNvPr id="8" name="detail-0">
            <a:extLst xmlns:a="http://schemas.openxmlformats.org/drawingml/2006/main">
              <a:ext uri="{FF2B5EF4-FFF2-40B4-BE49-F238E27FC236}">
                <a16:creationId xmlns:a16="http://schemas.microsoft.com/office/drawing/2014/main" id="{F8EFA40D-51B3-42D9-A324-63885E27349B}"/>
              </a:ext>
            </a:extLst>
          </p:cNvPr>
          <p:cNvSpPr>
            <a:spLocks xmlns:a="http://schemas.openxmlformats.org/drawingml/2006/main" noGrp="1"/>
          </p:cNvSpPr>
          <p:nvPr/>
        </p:nvSpPr>
        <p:spPr>
          <a:xfrm xmlns:a="http://schemas.openxmlformats.org/drawingml/2006/main">
            <a:off x="3905250" y="2714625"/>
            <a:ext cx="7429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42B3B"/>
                </a:solidFill>
                <a:latin typeface="Arial"/>
                <a:ea typeface="Arial"/>
                <a:cs typeface="Arial"/>
              </a:defRPr>
            </a:defPPr>
            <a:lvl1pPr>
              <a:defRPr sz="2100" b="0">
                <a:solidFill>
                  <a:srgbClr val="142B3B"/>
                </a:solidFill>
                <a:latin typeface="Arial"/>
                <a:ea typeface="Arial"/>
                <a:cs typeface="Arial"/>
              </a:defRPr>
            </a:lvl1pPr>
            <a:lvl2pPr>
              <a:defRPr sz="2100" b="0">
                <a:solidFill>
                  <a:srgbClr val="142B3B"/>
                </a:solidFill>
                <a:latin typeface="Arial"/>
                <a:ea typeface="Arial"/>
                <a:cs typeface="Arial"/>
              </a:defRPr>
            </a:lvl2pPr>
            <a:lvl3pPr>
              <a:defRPr sz="2100" b="0">
                <a:solidFill>
                  <a:srgbClr val="142B3B"/>
                </a:solidFill>
                <a:latin typeface="Arial"/>
                <a:ea typeface="Arial"/>
                <a:cs typeface="Arial"/>
              </a:defRPr>
            </a:lvl3pPr>
            <a:lvl4pPr>
              <a:defRPr sz="2100" b="0">
                <a:solidFill>
                  <a:srgbClr val="142B3B"/>
                </a:solidFill>
                <a:latin typeface="Arial"/>
                <a:ea typeface="Arial"/>
                <a:cs typeface="Arial"/>
              </a:defRPr>
            </a:lvl4pPr>
            <a:lvl5pPr>
              <a:defRPr sz="2100" b="0">
                <a:solidFill>
                  <a:srgbClr val="142B3B"/>
                </a:solidFill>
                <a:latin typeface="Arial"/>
                <a:ea typeface="Arial"/>
                <a:cs typeface="Arial"/>
              </a:defRPr>
            </a:lvl5pPr>
            <a:lvl6pPr>
              <a:defRPr sz="2100" b="0">
                <a:solidFill>
                  <a:srgbClr val="142B3B"/>
                </a:solidFill>
                <a:latin typeface="Arial"/>
                <a:ea typeface="Arial"/>
                <a:cs typeface="Arial"/>
              </a:defRPr>
            </a:lvl6pPr>
            <a:lvl7pPr>
              <a:defRPr sz="2100" b="0">
                <a:solidFill>
                  <a:srgbClr val="142B3B"/>
                </a:solidFill>
                <a:latin typeface="Arial"/>
                <a:ea typeface="Arial"/>
                <a:cs typeface="Arial"/>
              </a:defRPr>
            </a:lvl7pPr>
            <a:lvl8pPr>
              <a:defRPr sz="2100" b="0">
                <a:solidFill>
                  <a:srgbClr val="142B3B"/>
                </a:solidFill>
                <a:latin typeface="Arial"/>
                <a:ea typeface="Arial"/>
                <a:cs typeface="Arial"/>
              </a:defRPr>
            </a:lvl8pPr>
            <a:lvl9pPr>
              <a:defRPr sz="2100" b="0">
                <a:solidFill>
                  <a:srgbClr val="142B3B"/>
                </a:solidFill>
                <a:latin typeface="Arial"/>
                <a:ea typeface="Arial"/>
                <a:cs typeface="Arial"/>
              </a:defRPr>
            </a:lvl9pPr>
          </a:lstStyle>
          <a:p xmlns:a="http://schemas.openxmlformats.org/drawingml/2006/main">
            <a:pPr>
              <a:defRPr sz="2100" b="0">
                <a:solidFill>
                  <a:srgbClr val="142B3B"/>
                </a:solidFill>
                <a:latin typeface="Arial"/>
                <a:ea typeface="Arial"/>
                <a:cs typeface="Arial"/>
              </a:defRPr>
            </a:pPr>
            <a:r>
              <a:rPr sz="2100" b="0">
                <a:solidFill>
                  <a:srgbClr val="142B3B"/>
                </a:solidFill>
                <a:latin typeface="Arial"/>
                <a:ea typeface="Arial"/>
                <a:cs typeface="Arial"/>
              </a:rPr>
              <a:t>Pass in the data the helper needs.</a:t>
            </a:r>
          </a:p>
        </p:txBody>
      </p:sp>
      <p:sp>
        <p:nvSpPr>
          <p:cNvPr id="9" name="label-1">
            <a:extLst xmlns:a="http://schemas.openxmlformats.org/drawingml/2006/main">
              <a:ext uri="{FF2B5EF4-FFF2-40B4-BE49-F238E27FC236}">
                <a16:creationId xmlns:a16="http://schemas.microsoft.com/office/drawing/2014/main" id="{5B013D87-F5FE-4065-A5B2-942F41B45CFA}"/>
              </a:ext>
            </a:extLst>
          </p:cNvPr>
          <p:cNvSpPr>
            <a:spLocks xmlns:a="http://schemas.openxmlformats.org/drawingml/2006/main" noGrp="1"/>
          </p:cNvSpPr>
          <p:nvPr/>
        </p:nvSpPr>
        <p:spPr>
          <a:xfrm xmlns:a="http://schemas.openxmlformats.org/drawingml/2006/main">
            <a:off x="685800" y="3552825"/>
            <a:ext cx="3095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007D78"/>
                </a:solidFill>
                <a:latin typeface="Arial"/>
                <a:ea typeface="Arial"/>
                <a:cs typeface="Arial"/>
              </a:defRPr>
            </a:defPPr>
            <a:lvl1pPr>
              <a:defRPr sz="2100" b="1">
                <a:solidFill>
                  <a:srgbClr val="007D78"/>
                </a:solidFill>
                <a:latin typeface="Arial"/>
                <a:ea typeface="Arial"/>
                <a:cs typeface="Arial"/>
              </a:defRPr>
            </a:lvl1pPr>
            <a:lvl2pPr>
              <a:defRPr sz="2100" b="1">
                <a:solidFill>
                  <a:srgbClr val="007D78"/>
                </a:solidFill>
                <a:latin typeface="Arial"/>
                <a:ea typeface="Arial"/>
                <a:cs typeface="Arial"/>
              </a:defRPr>
            </a:lvl2pPr>
            <a:lvl3pPr>
              <a:defRPr sz="2100" b="1">
                <a:solidFill>
                  <a:srgbClr val="007D78"/>
                </a:solidFill>
                <a:latin typeface="Arial"/>
                <a:ea typeface="Arial"/>
                <a:cs typeface="Arial"/>
              </a:defRPr>
            </a:lvl3pPr>
            <a:lvl4pPr>
              <a:defRPr sz="2100" b="1">
                <a:solidFill>
                  <a:srgbClr val="007D78"/>
                </a:solidFill>
                <a:latin typeface="Arial"/>
                <a:ea typeface="Arial"/>
                <a:cs typeface="Arial"/>
              </a:defRPr>
            </a:lvl4pPr>
            <a:lvl5pPr>
              <a:defRPr sz="2100" b="1">
                <a:solidFill>
                  <a:srgbClr val="007D78"/>
                </a:solidFill>
                <a:latin typeface="Arial"/>
                <a:ea typeface="Arial"/>
                <a:cs typeface="Arial"/>
              </a:defRPr>
            </a:lvl5pPr>
            <a:lvl6pPr>
              <a:defRPr sz="2100" b="1">
                <a:solidFill>
                  <a:srgbClr val="007D78"/>
                </a:solidFill>
                <a:latin typeface="Arial"/>
                <a:ea typeface="Arial"/>
                <a:cs typeface="Arial"/>
              </a:defRPr>
            </a:lvl6pPr>
            <a:lvl7pPr>
              <a:defRPr sz="2100" b="1">
                <a:solidFill>
                  <a:srgbClr val="007D78"/>
                </a:solidFill>
                <a:latin typeface="Arial"/>
                <a:ea typeface="Arial"/>
                <a:cs typeface="Arial"/>
              </a:defRPr>
            </a:lvl7pPr>
            <a:lvl8pPr>
              <a:defRPr sz="2100" b="1">
                <a:solidFill>
                  <a:srgbClr val="007D78"/>
                </a:solidFill>
                <a:latin typeface="Arial"/>
                <a:ea typeface="Arial"/>
                <a:cs typeface="Arial"/>
              </a:defRPr>
            </a:lvl8pPr>
            <a:lvl9pPr>
              <a:defRPr sz="2100" b="1">
                <a:solidFill>
                  <a:srgbClr val="007D78"/>
                </a:solidFill>
                <a:latin typeface="Arial"/>
                <a:ea typeface="Arial"/>
                <a:cs typeface="Arial"/>
              </a:defRPr>
            </a:lvl9pPr>
          </a:lstStyle>
          <a:p xmlns:a="http://schemas.openxmlformats.org/drawingml/2006/main">
            <a:pPr>
              <a:defRPr sz="2100" b="1">
                <a:solidFill>
                  <a:srgbClr val="007D78"/>
                </a:solidFill>
                <a:latin typeface="Arial"/>
                <a:ea typeface="Arial"/>
                <a:cs typeface="Arial"/>
              </a:defRPr>
            </a:pPr>
            <a:r>
              <a:rPr sz="2100" b="1">
                <a:solidFill>
                  <a:srgbClr val="007D78"/>
                </a:solidFill>
                <a:latin typeface="Arial"/>
                <a:ea typeface="Arial"/>
                <a:cs typeface="Arial"/>
              </a:rPr>
              <a:t>A clear result</a:t>
            </a:r>
          </a:p>
        </p:txBody>
      </p:sp>
      <p:sp>
        <p:nvSpPr>
          <p:cNvPr id="10" name="detail-1">
            <a:extLst xmlns:a="http://schemas.openxmlformats.org/drawingml/2006/main">
              <a:ext uri="{FF2B5EF4-FFF2-40B4-BE49-F238E27FC236}">
                <a16:creationId xmlns:a16="http://schemas.microsoft.com/office/drawing/2014/main" id="{AD734592-CF41-4C97-8E44-926E6C48B515}"/>
              </a:ext>
            </a:extLst>
          </p:cNvPr>
          <p:cNvSpPr>
            <a:spLocks xmlns:a="http://schemas.openxmlformats.org/drawingml/2006/main" noGrp="1"/>
          </p:cNvSpPr>
          <p:nvPr/>
        </p:nvSpPr>
        <p:spPr>
          <a:xfrm xmlns:a="http://schemas.openxmlformats.org/drawingml/2006/main">
            <a:off x="3905250" y="3552825"/>
            <a:ext cx="7429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42B3B"/>
                </a:solidFill>
                <a:latin typeface="Arial"/>
                <a:ea typeface="Arial"/>
                <a:cs typeface="Arial"/>
              </a:defRPr>
            </a:defPPr>
            <a:lvl1pPr>
              <a:defRPr sz="2100" b="0">
                <a:solidFill>
                  <a:srgbClr val="142B3B"/>
                </a:solidFill>
                <a:latin typeface="Arial"/>
                <a:ea typeface="Arial"/>
                <a:cs typeface="Arial"/>
              </a:defRPr>
            </a:lvl1pPr>
            <a:lvl2pPr>
              <a:defRPr sz="2100" b="0">
                <a:solidFill>
                  <a:srgbClr val="142B3B"/>
                </a:solidFill>
                <a:latin typeface="Arial"/>
                <a:ea typeface="Arial"/>
                <a:cs typeface="Arial"/>
              </a:defRPr>
            </a:lvl2pPr>
            <a:lvl3pPr>
              <a:defRPr sz="2100" b="0">
                <a:solidFill>
                  <a:srgbClr val="142B3B"/>
                </a:solidFill>
                <a:latin typeface="Arial"/>
                <a:ea typeface="Arial"/>
                <a:cs typeface="Arial"/>
              </a:defRPr>
            </a:lvl3pPr>
            <a:lvl4pPr>
              <a:defRPr sz="2100" b="0">
                <a:solidFill>
                  <a:srgbClr val="142B3B"/>
                </a:solidFill>
                <a:latin typeface="Arial"/>
                <a:ea typeface="Arial"/>
                <a:cs typeface="Arial"/>
              </a:defRPr>
            </a:lvl4pPr>
            <a:lvl5pPr>
              <a:defRPr sz="2100" b="0">
                <a:solidFill>
                  <a:srgbClr val="142B3B"/>
                </a:solidFill>
                <a:latin typeface="Arial"/>
                <a:ea typeface="Arial"/>
                <a:cs typeface="Arial"/>
              </a:defRPr>
            </a:lvl5pPr>
            <a:lvl6pPr>
              <a:defRPr sz="2100" b="0">
                <a:solidFill>
                  <a:srgbClr val="142B3B"/>
                </a:solidFill>
                <a:latin typeface="Arial"/>
                <a:ea typeface="Arial"/>
                <a:cs typeface="Arial"/>
              </a:defRPr>
            </a:lvl6pPr>
            <a:lvl7pPr>
              <a:defRPr sz="2100" b="0">
                <a:solidFill>
                  <a:srgbClr val="142B3B"/>
                </a:solidFill>
                <a:latin typeface="Arial"/>
                <a:ea typeface="Arial"/>
                <a:cs typeface="Arial"/>
              </a:defRPr>
            </a:lvl7pPr>
            <a:lvl8pPr>
              <a:defRPr sz="2100" b="0">
                <a:solidFill>
                  <a:srgbClr val="142B3B"/>
                </a:solidFill>
                <a:latin typeface="Arial"/>
                <a:ea typeface="Arial"/>
                <a:cs typeface="Arial"/>
              </a:defRPr>
            </a:lvl8pPr>
            <a:lvl9pPr>
              <a:defRPr sz="2100" b="0">
                <a:solidFill>
                  <a:srgbClr val="142B3B"/>
                </a:solidFill>
                <a:latin typeface="Arial"/>
                <a:ea typeface="Arial"/>
                <a:cs typeface="Arial"/>
              </a:defRPr>
            </a:lvl9pPr>
          </a:lstStyle>
          <a:p xmlns:a="http://schemas.openxmlformats.org/drawingml/2006/main">
            <a:pPr>
              <a:defRPr sz="2100" b="0">
                <a:solidFill>
                  <a:srgbClr val="142B3B"/>
                </a:solidFill>
                <a:latin typeface="Arial"/>
                <a:ea typeface="Arial"/>
                <a:cs typeface="Arial"/>
              </a:defRPr>
            </a:pPr>
            <a:r>
              <a:rPr sz="2100" b="0">
                <a:solidFill>
                  <a:srgbClr val="142B3B"/>
                </a:solidFill>
                <a:latin typeface="Arial"/>
                <a:ea typeface="Arial"/>
                <a:cs typeface="Arial"/>
              </a:rPr>
              <a:t>Return the answer to the caller.</a:t>
            </a:r>
          </a:p>
        </p:txBody>
      </p:sp>
      <p:sp>
        <p:nvSpPr>
          <p:cNvPr id="11" name="label-2">
            <a:extLst xmlns:a="http://schemas.openxmlformats.org/drawingml/2006/main">
              <a:ext uri="{FF2B5EF4-FFF2-40B4-BE49-F238E27FC236}">
                <a16:creationId xmlns:a16="http://schemas.microsoft.com/office/drawing/2014/main" id="{57D31173-8A4D-4AA5-B815-7F3B8FFBF0AE}"/>
              </a:ext>
            </a:extLst>
          </p:cNvPr>
          <p:cNvSpPr>
            <a:spLocks xmlns:a="http://schemas.openxmlformats.org/drawingml/2006/main" noGrp="1"/>
          </p:cNvSpPr>
          <p:nvPr/>
        </p:nvSpPr>
        <p:spPr>
          <a:xfrm xmlns:a="http://schemas.openxmlformats.org/drawingml/2006/main">
            <a:off x="685800" y="4391025"/>
            <a:ext cx="3095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007D78"/>
                </a:solidFill>
                <a:latin typeface="Arial"/>
                <a:ea typeface="Arial"/>
                <a:cs typeface="Arial"/>
              </a:defRPr>
            </a:defPPr>
            <a:lvl1pPr>
              <a:defRPr sz="2100" b="1">
                <a:solidFill>
                  <a:srgbClr val="007D78"/>
                </a:solidFill>
                <a:latin typeface="Arial"/>
                <a:ea typeface="Arial"/>
                <a:cs typeface="Arial"/>
              </a:defRPr>
            </a:lvl1pPr>
            <a:lvl2pPr>
              <a:defRPr sz="2100" b="1">
                <a:solidFill>
                  <a:srgbClr val="007D78"/>
                </a:solidFill>
                <a:latin typeface="Arial"/>
                <a:ea typeface="Arial"/>
                <a:cs typeface="Arial"/>
              </a:defRPr>
            </a:lvl2pPr>
            <a:lvl3pPr>
              <a:defRPr sz="2100" b="1">
                <a:solidFill>
                  <a:srgbClr val="007D78"/>
                </a:solidFill>
                <a:latin typeface="Arial"/>
                <a:ea typeface="Arial"/>
                <a:cs typeface="Arial"/>
              </a:defRPr>
            </a:lvl3pPr>
            <a:lvl4pPr>
              <a:defRPr sz="2100" b="1">
                <a:solidFill>
                  <a:srgbClr val="007D78"/>
                </a:solidFill>
                <a:latin typeface="Arial"/>
                <a:ea typeface="Arial"/>
                <a:cs typeface="Arial"/>
              </a:defRPr>
            </a:lvl4pPr>
            <a:lvl5pPr>
              <a:defRPr sz="2100" b="1">
                <a:solidFill>
                  <a:srgbClr val="007D78"/>
                </a:solidFill>
                <a:latin typeface="Arial"/>
                <a:ea typeface="Arial"/>
                <a:cs typeface="Arial"/>
              </a:defRPr>
            </a:lvl5pPr>
            <a:lvl6pPr>
              <a:defRPr sz="2100" b="1">
                <a:solidFill>
                  <a:srgbClr val="007D78"/>
                </a:solidFill>
                <a:latin typeface="Arial"/>
                <a:ea typeface="Arial"/>
                <a:cs typeface="Arial"/>
              </a:defRPr>
            </a:lvl6pPr>
            <a:lvl7pPr>
              <a:defRPr sz="2100" b="1">
                <a:solidFill>
                  <a:srgbClr val="007D78"/>
                </a:solidFill>
                <a:latin typeface="Arial"/>
                <a:ea typeface="Arial"/>
                <a:cs typeface="Arial"/>
              </a:defRPr>
            </a:lvl7pPr>
            <a:lvl8pPr>
              <a:defRPr sz="2100" b="1">
                <a:solidFill>
                  <a:srgbClr val="007D78"/>
                </a:solidFill>
                <a:latin typeface="Arial"/>
                <a:ea typeface="Arial"/>
                <a:cs typeface="Arial"/>
              </a:defRPr>
            </a:lvl8pPr>
            <a:lvl9pPr>
              <a:defRPr sz="2100" b="1">
                <a:solidFill>
                  <a:srgbClr val="007D78"/>
                </a:solidFill>
                <a:latin typeface="Arial"/>
                <a:ea typeface="Arial"/>
                <a:cs typeface="Arial"/>
              </a:defRPr>
            </a:lvl9pPr>
          </a:lstStyle>
          <a:p xmlns:a="http://schemas.openxmlformats.org/drawingml/2006/main">
            <a:pPr>
              <a:defRPr sz="2100" b="1">
                <a:solidFill>
                  <a:srgbClr val="007D78"/>
                </a:solidFill>
                <a:latin typeface="Arial"/>
                <a:ea typeface="Arial"/>
                <a:cs typeface="Arial"/>
              </a:defRPr>
            </a:pPr>
            <a:r>
              <a:rPr sz="2100" b="1">
                <a:solidFill>
                  <a:srgbClr val="007D78"/>
                </a:solidFill>
                <a:latin typeface="Arial"/>
                <a:ea typeface="Arial"/>
                <a:cs typeface="Arial"/>
              </a:rPr>
              <a:t>Less code to study</a:t>
            </a:r>
          </a:p>
        </p:txBody>
      </p:sp>
      <p:sp>
        <p:nvSpPr>
          <p:cNvPr id="12" name="detail-2">
            <a:extLst xmlns:a="http://schemas.openxmlformats.org/drawingml/2006/main">
              <a:ext uri="{FF2B5EF4-FFF2-40B4-BE49-F238E27FC236}">
                <a16:creationId xmlns:a16="http://schemas.microsoft.com/office/drawing/2014/main" id="{59DADE73-77DA-43E1-94D3-35C322ECC7B8}"/>
              </a:ext>
            </a:extLst>
          </p:cNvPr>
          <p:cNvSpPr>
            <a:spLocks xmlns:a="http://schemas.openxmlformats.org/drawingml/2006/main" noGrp="1"/>
          </p:cNvSpPr>
          <p:nvPr/>
        </p:nvSpPr>
        <p:spPr>
          <a:xfrm xmlns:a="http://schemas.openxmlformats.org/drawingml/2006/main">
            <a:off x="3905250" y="4391025"/>
            <a:ext cx="7429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42B3B"/>
                </a:solidFill>
                <a:latin typeface="Arial"/>
                <a:ea typeface="Arial"/>
                <a:cs typeface="Arial"/>
              </a:defRPr>
            </a:defPPr>
            <a:lvl1pPr>
              <a:defRPr sz="2100" b="0">
                <a:solidFill>
                  <a:srgbClr val="142B3B"/>
                </a:solidFill>
                <a:latin typeface="Arial"/>
                <a:ea typeface="Arial"/>
                <a:cs typeface="Arial"/>
              </a:defRPr>
            </a:lvl1pPr>
            <a:lvl2pPr>
              <a:defRPr sz="2100" b="0">
                <a:solidFill>
                  <a:srgbClr val="142B3B"/>
                </a:solidFill>
                <a:latin typeface="Arial"/>
                <a:ea typeface="Arial"/>
                <a:cs typeface="Arial"/>
              </a:defRPr>
            </a:lvl2pPr>
            <a:lvl3pPr>
              <a:defRPr sz="2100" b="0">
                <a:solidFill>
                  <a:srgbClr val="142B3B"/>
                </a:solidFill>
                <a:latin typeface="Arial"/>
                <a:ea typeface="Arial"/>
                <a:cs typeface="Arial"/>
              </a:defRPr>
            </a:lvl3pPr>
            <a:lvl4pPr>
              <a:defRPr sz="2100" b="0">
                <a:solidFill>
                  <a:srgbClr val="142B3B"/>
                </a:solidFill>
                <a:latin typeface="Arial"/>
                <a:ea typeface="Arial"/>
                <a:cs typeface="Arial"/>
              </a:defRPr>
            </a:lvl4pPr>
            <a:lvl5pPr>
              <a:defRPr sz="2100" b="0">
                <a:solidFill>
                  <a:srgbClr val="142B3B"/>
                </a:solidFill>
                <a:latin typeface="Arial"/>
                <a:ea typeface="Arial"/>
                <a:cs typeface="Arial"/>
              </a:defRPr>
            </a:lvl5pPr>
            <a:lvl6pPr>
              <a:defRPr sz="2100" b="0">
                <a:solidFill>
                  <a:srgbClr val="142B3B"/>
                </a:solidFill>
                <a:latin typeface="Arial"/>
                <a:ea typeface="Arial"/>
                <a:cs typeface="Arial"/>
              </a:defRPr>
            </a:lvl6pPr>
            <a:lvl7pPr>
              <a:defRPr sz="2100" b="0">
                <a:solidFill>
                  <a:srgbClr val="142B3B"/>
                </a:solidFill>
                <a:latin typeface="Arial"/>
                <a:ea typeface="Arial"/>
                <a:cs typeface="Arial"/>
              </a:defRPr>
            </a:lvl7pPr>
            <a:lvl8pPr>
              <a:defRPr sz="2100" b="0">
                <a:solidFill>
                  <a:srgbClr val="142B3B"/>
                </a:solidFill>
                <a:latin typeface="Arial"/>
                <a:ea typeface="Arial"/>
                <a:cs typeface="Arial"/>
              </a:defRPr>
            </a:lvl8pPr>
            <a:lvl9pPr>
              <a:defRPr sz="2100" b="0">
                <a:solidFill>
                  <a:srgbClr val="142B3B"/>
                </a:solidFill>
                <a:latin typeface="Arial"/>
                <a:ea typeface="Arial"/>
                <a:cs typeface="Arial"/>
              </a:defRPr>
            </a:lvl9pPr>
          </a:lstStyle>
          <a:p xmlns:a="http://schemas.openxmlformats.org/drawingml/2006/main">
            <a:pPr>
              <a:defRPr sz="2100" b="0">
                <a:solidFill>
                  <a:srgbClr val="142B3B"/>
                </a:solidFill>
                <a:latin typeface="Arial"/>
                <a:ea typeface="Arial"/>
                <a:cs typeface="Arial"/>
              </a:defRPr>
            </a:pPr>
            <a:r>
              <a:rPr sz="2100" b="0">
                <a:solidFill>
                  <a:srgbClr val="142B3B"/>
                </a:solidFill>
                <a:latin typeface="Arial"/>
                <a:ea typeface="Arial"/>
                <a:cs typeface="Arial"/>
              </a:rPr>
              <a:t>Read and test the smaller task on its own.</a:t>
            </a:r>
          </a:p>
        </p:txBody>
      </p:sp>
      <p:sp>
        <p:nvSpPr>
          <p:cNvPr id="13" name="takeaway">
            <a:extLst xmlns:a="http://schemas.openxmlformats.org/drawingml/2006/main">
              <a:ext uri="{FF2B5EF4-FFF2-40B4-BE49-F238E27FC236}">
                <a16:creationId xmlns:a16="http://schemas.microsoft.com/office/drawing/2014/main" id="{F49064C4-5971-4F9E-8244-E6981705E370}"/>
              </a:ext>
            </a:extLst>
          </p:cNvPr>
          <p:cNvSpPr>
            <a:spLocks xmlns:a="http://schemas.openxmlformats.org/drawingml/2006/main" noGrp="1"/>
          </p:cNvSpPr>
          <p:nvPr/>
        </p:nvSpPr>
        <p:spPr>
          <a:xfrm xmlns:a="http://schemas.openxmlformats.org/drawingml/2006/main">
            <a:off x="685800" y="5524500"/>
            <a:ext cx="10820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526672"/>
                </a:solidFill>
                <a:latin typeface="Arial"/>
                <a:ea typeface="Arial"/>
                <a:cs typeface="Arial"/>
              </a:defRPr>
            </a:defPPr>
            <a:lvl1pPr>
              <a:defRPr sz="1950" b="0">
                <a:solidFill>
                  <a:srgbClr val="526672"/>
                </a:solidFill>
                <a:latin typeface="Arial"/>
                <a:ea typeface="Arial"/>
                <a:cs typeface="Arial"/>
              </a:defRPr>
            </a:lvl1pPr>
            <a:lvl2pPr>
              <a:defRPr sz="1950" b="0">
                <a:solidFill>
                  <a:srgbClr val="526672"/>
                </a:solidFill>
                <a:latin typeface="Arial"/>
                <a:ea typeface="Arial"/>
                <a:cs typeface="Arial"/>
              </a:defRPr>
            </a:lvl2pPr>
            <a:lvl3pPr>
              <a:defRPr sz="1950" b="0">
                <a:solidFill>
                  <a:srgbClr val="526672"/>
                </a:solidFill>
                <a:latin typeface="Arial"/>
                <a:ea typeface="Arial"/>
                <a:cs typeface="Arial"/>
              </a:defRPr>
            </a:lvl3pPr>
            <a:lvl4pPr>
              <a:defRPr sz="1950" b="0">
                <a:solidFill>
                  <a:srgbClr val="526672"/>
                </a:solidFill>
                <a:latin typeface="Arial"/>
                <a:ea typeface="Arial"/>
                <a:cs typeface="Arial"/>
              </a:defRPr>
            </a:lvl4pPr>
            <a:lvl5pPr>
              <a:defRPr sz="1950" b="0">
                <a:solidFill>
                  <a:srgbClr val="526672"/>
                </a:solidFill>
                <a:latin typeface="Arial"/>
                <a:ea typeface="Arial"/>
                <a:cs typeface="Arial"/>
              </a:defRPr>
            </a:lvl5pPr>
            <a:lvl6pPr>
              <a:defRPr sz="1950" b="0">
                <a:solidFill>
                  <a:srgbClr val="526672"/>
                </a:solidFill>
                <a:latin typeface="Arial"/>
                <a:ea typeface="Arial"/>
                <a:cs typeface="Arial"/>
              </a:defRPr>
            </a:lvl6pPr>
            <a:lvl7pPr>
              <a:defRPr sz="1950" b="0">
                <a:solidFill>
                  <a:srgbClr val="526672"/>
                </a:solidFill>
                <a:latin typeface="Arial"/>
                <a:ea typeface="Arial"/>
                <a:cs typeface="Arial"/>
              </a:defRPr>
            </a:lvl7pPr>
            <a:lvl8pPr>
              <a:defRPr sz="1950" b="0">
                <a:solidFill>
                  <a:srgbClr val="526672"/>
                </a:solidFill>
                <a:latin typeface="Arial"/>
                <a:ea typeface="Arial"/>
                <a:cs typeface="Arial"/>
              </a:defRPr>
            </a:lvl8pPr>
            <a:lvl9pPr>
              <a:defRPr sz="1950" b="0">
                <a:solidFill>
                  <a:srgbClr val="526672"/>
                </a:solidFill>
                <a:latin typeface="Arial"/>
                <a:ea typeface="Arial"/>
                <a:cs typeface="Arial"/>
              </a:defRPr>
            </a:lvl9pPr>
          </a:lstStyle>
          <a:p xmlns:a="http://schemas.openxmlformats.org/drawingml/2006/main">
            <a:pPr>
              <a:defRPr sz="1950" b="0">
                <a:solidFill>
                  <a:srgbClr val="526672"/>
                </a:solidFill>
                <a:latin typeface="Arial"/>
                <a:ea typeface="Arial"/>
                <a:cs typeface="Arial"/>
              </a:defRPr>
            </a:pPr>
            <a:r>
              <a:rPr sz="1950" b="0">
                <a:solidFill>
                  <a:srgbClr val="526672"/>
                </a:solidFill>
                <a:latin typeface="Arial"/>
                <a:ea typeface="Arial"/>
                <a:cs typeface="Arial"/>
              </a:rPr>
              <a:t>The main function becomes shorter. Total code may stay the same or grow.</a:t>
            </a:r>
          </a:p>
        </p:txBody>
      </p:sp>
    </p:spTree>
    <p:extLst>
      <p:ext uri="{BB962C8B-B14F-4D97-AF65-F5344CB8AC3E}">
        <p14:creationId xmlns:p14="http://schemas.microsoft.com/office/powerpoint/2010/main" val="1665568672"/>
      </p:ext>
    </p:extLst>
  </p:cSld>
</p:sld>
</file>

<file path=ppt/slides/slide7.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 name="chapter-label">
            <a:extLst xmlns:a="http://schemas.openxmlformats.org/drawingml/2006/main">
              <a:ext uri="{FF2B5EF4-FFF2-40B4-BE49-F238E27FC236}">
                <a16:creationId xmlns:a16="http://schemas.microsoft.com/office/drawing/2014/main" id="{1D7DB43C-BC8B-4DB0-8089-24FE40083EFD}"/>
              </a:ext>
            </a:extLst>
          </p:cNvPr>
          <p:cNvSpPr>
            <a:spLocks xmlns:a="http://schemas.openxmlformats.org/drawingml/2006/main" noGrp="1"/>
          </p:cNvSpPr>
          <p:nvPr/>
        </p:nvSpPr>
        <p:spPr>
          <a:xfrm xmlns:a="http://schemas.openxmlformats.org/drawingml/2006/main">
            <a:off x="685800" y="333375"/>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007D78"/>
                </a:solidFill>
                <a:latin typeface="Arial"/>
                <a:ea typeface="Arial"/>
                <a:cs typeface="Arial"/>
              </a:defRPr>
            </a:defPPr>
            <a:lvl1pPr>
              <a:defRPr sz="1275" b="1">
                <a:solidFill>
                  <a:srgbClr val="007D78"/>
                </a:solidFill>
                <a:latin typeface="Arial"/>
                <a:ea typeface="Arial"/>
                <a:cs typeface="Arial"/>
              </a:defRPr>
            </a:lvl1pPr>
            <a:lvl2pPr>
              <a:defRPr sz="1275" b="1">
                <a:solidFill>
                  <a:srgbClr val="007D78"/>
                </a:solidFill>
                <a:latin typeface="Arial"/>
                <a:ea typeface="Arial"/>
                <a:cs typeface="Arial"/>
              </a:defRPr>
            </a:lvl2pPr>
            <a:lvl3pPr>
              <a:defRPr sz="1275" b="1">
                <a:solidFill>
                  <a:srgbClr val="007D78"/>
                </a:solidFill>
                <a:latin typeface="Arial"/>
                <a:ea typeface="Arial"/>
                <a:cs typeface="Arial"/>
              </a:defRPr>
            </a:lvl3pPr>
            <a:lvl4pPr>
              <a:defRPr sz="1275" b="1">
                <a:solidFill>
                  <a:srgbClr val="007D78"/>
                </a:solidFill>
                <a:latin typeface="Arial"/>
                <a:ea typeface="Arial"/>
                <a:cs typeface="Arial"/>
              </a:defRPr>
            </a:lvl4pPr>
            <a:lvl5pPr>
              <a:defRPr sz="1275" b="1">
                <a:solidFill>
                  <a:srgbClr val="007D78"/>
                </a:solidFill>
                <a:latin typeface="Arial"/>
                <a:ea typeface="Arial"/>
                <a:cs typeface="Arial"/>
              </a:defRPr>
            </a:lvl5pPr>
            <a:lvl6pPr>
              <a:defRPr sz="1275" b="1">
                <a:solidFill>
                  <a:srgbClr val="007D78"/>
                </a:solidFill>
                <a:latin typeface="Arial"/>
                <a:ea typeface="Arial"/>
                <a:cs typeface="Arial"/>
              </a:defRPr>
            </a:lvl6pPr>
            <a:lvl7pPr>
              <a:defRPr sz="1275" b="1">
                <a:solidFill>
                  <a:srgbClr val="007D78"/>
                </a:solidFill>
                <a:latin typeface="Arial"/>
                <a:ea typeface="Arial"/>
                <a:cs typeface="Arial"/>
              </a:defRPr>
            </a:lvl7pPr>
            <a:lvl8pPr>
              <a:defRPr sz="1275" b="1">
                <a:solidFill>
                  <a:srgbClr val="007D78"/>
                </a:solidFill>
                <a:latin typeface="Arial"/>
                <a:ea typeface="Arial"/>
                <a:cs typeface="Arial"/>
              </a:defRPr>
            </a:lvl8pPr>
            <a:lvl9pPr>
              <a:defRPr sz="1275" b="1">
                <a:solidFill>
                  <a:srgbClr val="007D78"/>
                </a:solidFill>
                <a:latin typeface="Arial"/>
                <a:ea typeface="Arial"/>
                <a:cs typeface="Arial"/>
              </a:defRPr>
            </a:lvl9pPr>
          </a:lstStyle>
          <a:p xmlns:a="http://schemas.openxmlformats.org/drawingml/2006/main">
            <a:pPr>
              <a:defRPr sz="1275" b="1">
                <a:solidFill>
                  <a:srgbClr val="007D78"/>
                </a:solidFill>
                <a:latin typeface="Arial"/>
                <a:ea typeface="Arial"/>
                <a:cs typeface="Arial"/>
              </a:defRPr>
            </a:pPr>
            <a:r>
              <a:rPr sz="1275" b="1">
                <a:solidFill>
                  <a:srgbClr val="007D78"/>
                </a:solidFill>
                <a:latin typeface="Arial"/>
                <a:ea typeface="Arial"/>
                <a:cs typeface="Arial"/>
              </a:rPr>
              <a:t>CHAPTER 10</a:t>
            </a:r>
          </a:p>
        </p:txBody>
      </p:sp>
      <p:sp>
        <p:nvSpPr>
          <p:cNvPr id="3" name="slide-number">
            <a:extLst xmlns:a="http://schemas.openxmlformats.org/drawingml/2006/main">
              <a:ext uri="{FF2B5EF4-FFF2-40B4-BE49-F238E27FC236}">
                <a16:creationId xmlns:a16="http://schemas.microsoft.com/office/drawing/2014/main" id="{19803615-0AC7-448C-B9D8-E83A8DD687D3}"/>
              </a:ext>
            </a:extLst>
          </p:cNvPr>
          <p:cNvSpPr>
            <a:spLocks xmlns:a="http://schemas.openxmlformats.org/drawingml/2006/main" noGrp="1"/>
          </p:cNvSpPr>
          <p:nvPr/>
        </p:nvSpPr>
        <p:spPr>
          <a:xfrm xmlns:a="http://schemas.openxmlformats.org/drawingml/2006/main">
            <a:off x="10572750" y="6334125"/>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526672"/>
                </a:solidFill>
                <a:latin typeface="Arial"/>
                <a:ea typeface="Arial"/>
                <a:cs typeface="Arial"/>
              </a:defRPr>
            </a:defPPr>
            <a:lvl1pPr>
              <a:defRPr sz="1200" b="0">
                <a:solidFill>
                  <a:srgbClr val="526672"/>
                </a:solidFill>
                <a:latin typeface="Arial"/>
                <a:ea typeface="Arial"/>
                <a:cs typeface="Arial"/>
              </a:defRPr>
            </a:lvl1pPr>
            <a:lvl2pPr>
              <a:defRPr sz="1200" b="0">
                <a:solidFill>
                  <a:srgbClr val="526672"/>
                </a:solidFill>
                <a:latin typeface="Arial"/>
                <a:ea typeface="Arial"/>
                <a:cs typeface="Arial"/>
              </a:defRPr>
            </a:lvl2pPr>
            <a:lvl3pPr>
              <a:defRPr sz="1200" b="0">
                <a:solidFill>
                  <a:srgbClr val="526672"/>
                </a:solidFill>
                <a:latin typeface="Arial"/>
                <a:ea typeface="Arial"/>
                <a:cs typeface="Arial"/>
              </a:defRPr>
            </a:lvl3pPr>
            <a:lvl4pPr>
              <a:defRPr sz="1200" b="0">
                <a:solidFill>
                  <a:srgbClr val="526672"/>
                </a:solidFill>
                <a:latin typeface="Arial"/>
                <a:ea typeface="Arial"/>
                <a:cs typeface="Arial"/>
              </a:defRPr>
            </a:lvl4pPr>
            <a:lvl5pPr>
              <a:defRPr sz="1200" b="0">
                <a:solidFill>
                  <a:srgbClr val="526672"/>
                </a:solidFill>
                <a:latin typeface="Arial"/>
                <a:ea typeface="Arial"/>
                <a:cs typeface="Arial"/>
              </a:defRPr>
            </a:lvl5pPr>
            <a:lvl6pPr>
              <a:defRPr sz="1200" b="0">
                <a:solidFill>
                  <a:srgbClr val="526672"/>
                </a:solidFill>
                <a:latin typeface="Arial"/>
                <a:ea typeface="Arial"/>
                <a:cs typeface="Arial"/>
              </a:defRPr>
            </a:lvl6pPr>
            <a:lvl7pPr>
              <a:defRPr sz="1200" b="0">
                <a:solidFill>
                  <a:srgbClr val="526672"/>
                </a:solidFill>
                <a:latin typeface="Arial"/>
                <a:ea typeface="Arial"/>
                <a:cs typeface="Arial"/>
              </a:defRPr>
            </a:lvl7pPr>
            <a:lvl8pPr>
              <a:defRPr sz="1200" b="0">
                <a:solidFill>
                  <a:srgbClr val="526672"/>
                </a:solidFill>
                <a:latin typeface="Arial"/>
                <a:ea typeface="Arial"/>
                <a:cs typeface="Arial"/>
              </a:defRPr>
            </a:lvl8pPr>
            <a:lvl9pPr>
              <a:defRPr sz="1200" b="0">
                <a:solidFill>
                  <a:srgbClr val="526672"/>
                </a:solidFill>
                <a:latin typeface="Arial"/>
                <a:ea typeface="Arial"/>
                <a:cs typeface="Arial"/>
              </a:defRPr>
            </a:lvl9pPr>
          </a:lstStyle>
          <a:p xmlns:a="http://schemas.openxmlformats.org/drawingml/2006/main">
            <a:pPr>
              <a:defRPr sz="1200" b="0">
                <a:solidFill>
                  <a:srgbClr val="526672"/>
                </a:solidFill>
                <a:latin typeface="Arial"/>
                <a:ea typeface="Arial"/>
                <a:cs typeface="Arial"/>
              </a:defRPr>
            </a:pPr>
            <a:r>
              <a:rPr sz="1200" b="0">
                <a:solidFill>
                  <a:srgbClr val="526672"/>
                </a:solidFill>
                <a:latin typeface="Arial"/>
                <a:ea typeface="Arial"/>
                <a:cs typeface="Arial"/>
              </a:rPr>
              <a:t>07 / 10</a:t>
            </a:r>
          </a:p>
        </p:txBody>
      </p:sp>
      <p:sp>
        <p:nvSpPr>
          <p:cNvPr id="4" name="source">
            <a:extLst xmlns:a="http://schemas.openxmlformats.org/drawingml/2006/main">
              <a:ext uri="{FF2B5EF4-FFF2-40B4-BE49-F238E27FC236}">
                <a16:creationId xmlns:a16="http://schemas.microsoft.com/office/drawing/2014/main" id="{F1949B08-76B4-4F74-8F03-51DFA1B18534}"/>
              </a:ext>
            </a:extLst>
          </p:cNvPr>
          <p:cNvSpPr>
            <a:spLocks xmlns:a="http://schemas.openxmlformats.org/drawingml/2006/main" noGrp="1"/>
          </p:cNvSpPr>
          <p:nvPr/>
        </p:nvSpPr>
        <p:spPr>
          <a:xfrm xmlns:a="http://schemas.openxmlformats.org/drawingml/2006/main">
            <a:off x="685800" y="6334125"/>
            <a:ext cx="952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672"/>
                </a:solidFill>
                <a:latin typeface="Arial"/>
                <a:ea typeface="Arial"/>
                <a:cs typeface="Arial"/>
              </a:defRPr>
            </a:defPPr>
            <a:lvl1pPr>
              <a:defRPr sz="1125" b="0">
                <a:solidFill>
                  <a:srgbClr val="526672"/>
                </a:solidFill>
                <a:latin typeface="Arial"/>
                <a:ea typeface="Arial"/>
                <a:cs typeface="Arial"/>
              </a:defRPr>
            </a:lvl1pPr>
            <a:lvl2pPr>
              <a:defRPr sz="1125" b="0">
                <a:solidFill>
                  <a:srgbClr val="526672"/>
                </a:solidFill>
                <a:latin typeface="Arial"/>
                <a:ea typeface="Arial"/>
                <a:cs typeface="Arial"/>
              </a:defRPr>
            </a:lvl2pPr>
            <a:lvl3pPr>
              <a:defRPr sz="1125" b="0">
                <a:solidFill>
                  <a:srgbClr val="526672"/>
                </a:solidFill>
                <a:latin typeface="Arial"/>
                <a:ea typeface="Arial"/>
                <a:cs typeface="Arial"/>
              </a:defRPr>
            </a:lvl3pPr>
            <a:lvl4pPr>
              <a:defRPr sz="1125" b="0">
                <a:solidFill>
                  <a:srgbClr val="526672"/>
                </a:solidFill>
                <a:latin typeface="Arial"/>
                <a:ea typeface="Arial"/>
                <a:cs typeface="Arial"/>
              </a:defRPr>
            </a:lvl4pPr>
            <a:lvl5pPr>
              <a:defRPr sz="1125" b="0">
                <a:solidFill>
                  <a:srgbClr val="526672"/>
                </a:solidFill>
                <a:latin typeface="Arial"/>
                <a:ea typeface="Arial"/>
                <a:cs typeface="Arial"/>
              </a:defRPr>
            </a:lvl5pPr>
            <a:lvl6pPr>
              <a:defRPr sz="1125" b="0">
                <a:solidFill>
                  <a:srgbClr val="526672"/>
                </a:solidFill>
                <a:latin typeface="Arial"/>
                <a:ea typeface="Arial"/>
                <a:cs typeface="Arial"/>
              </a:defRPr>
            </a:lvl6pPr>
            <a:lvl7pPr>
              <a:defRPr sz="1125" b="0">
                <a:solidFill>
                  <a:srgbClr val="526672"/>
                </a:solidFill>
                <a:latin typeface="Arial"/>
                <a:ea typeface="Arial"/>
                <a:cs typeface="Arial"/>
              </a:defRPr>
            </a:lvl7pPr>
            <a:lvl8pPr>
              <a:defRPr sz="1125" b="0">
                <a:solidFill>
                  <a:srgbClr val="526672"/>
                </a:solidFill>
                <a:latin typeface="Arial"/>
                <a:ea typeface="Arial"/>
                <a:cs typeface="Arial"/>
              </a:defRPr>
            </a:lvl8pPr>
            <a:lvl9pPr>
              <a:defRPr sz="1125" b="0">
                <a:solidFill>
                  <a:srgbClr val="526672"/>
                </a:solidFill>
                <a:latin typeface="Arial"/>
                <a:ea typeface="Arial"/>
                <a:cs typeface="Arial"/>
              </a:defRPr>
            </a:lvl9pPr>
          </a:lstStyle>
          <a:p xmlns:a="http://schemas.openxmlformats.org/drawingml/2006/main">
            <a:pPr>
              <a:defRPr sz="1125" b="0">
                <a:solidFill>
                  <a:srgbClr val="526672"/>
                </a:solidFill>
                <a:latin typeface="Arial"/>
                <a:ea typeface="Arial"/>
                <a:cs typeface="Arial"/>
              </a:defRPr>
            </a:pPr>
            <a:r>
              <a:rPr sz="1125" b="0">
                <a:solidFill>
                  <a:srgbClr val="526672"/>
                </a:solidFill>
                <a:latin typeface="Arial"/>
                <a:ea typeface="Arial"/>
                <a:cs typeface="Arial"/>
              </a:rPr>
              <a:t>Boswell &amp; Foucher, Chapter 10, pp. 115</a:t>
            </a:r>
          </a:p>
        </p:txBody>
      </p:sp>
      <p:sp>
        <p:nvSpPr>
          <p:cNvPr id="5" name="title">
            <a:extLst xmlns:a="http://schemas.openxmlformats.org/drawingml/2006/main">
              <a:ext uri="{FF2B5EF4-FFF2-40B4-BE49-F238E27FC236}">
                <a16:creationId xmlns:a16="http://schemas.microsoft.com/office/drawing/2014/main" id="{191E6375-23BF-41BA-AB5F-BDBE03429CE3}"/>
              </a:ext>
            </a:extLst>
          </p:cNvPr>
          <p:cNvSpPr>
            <a:spLocks xmlns:a="http://schemas.openxmlformats.org/drawingml/2006/main" noGrp="1"/>
          </p:cNvSpPr>
          <p:nvPr/>
        </p:nvSpPr>
        <p:spPr>
          <a:xfrm xmlns:a="http://schemas.openxmlformats.org/drawingml/2006/main">
            <a:off x="685800" y="876300"/>
            <a:ext cx="108204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42B3B"/>
                </a:solidFill>
                <a:latin typeface="Arial"/>
                <a:ea typeface="Arial"/>
                <a:cs typeface="Arial"/>
              </a:defRPr>
            </a:defPPr>
            <a:lvl1pPr>
              <a:defRPr sz="3150" b="1">
                <a:solidFill>
                  <a:srgbClr val="142B3B"/>
                </a:solidFill>
                <a:latin typeface="Arial"/>
                <a:ea typeface="Arial"/>
                <a:cs typeface="Arial"/>
              </a:defRPr>
            </a:lvl1pPr>
            <a:lvl2pPr>
              <a:defRPr sz="3150" b="1">
                <a:solidFill>
                  <a:srgbClr val="142B3B"/>
                </a:solidFill>
                <a:latin typeface="Arial"/>
                <a:ea typeface="Arial"/>
                <a:cs typeface="Arial"/>
              </a:defRPr>
            </a:lvl2pPr>
            <a:lvl3pPr>
              <a:defRPr sz="3150" b="1">
                <a:solidFill>
                  <a:srgbClr val="142B3B"/>
                </a:solidFill>
                <a:latin typeface="Arial"/>
                <a:ea typeface="Arial"/>
                <a:cs typeface="Arial"/>
              </a:defRPr>
            </a:lvl3pPr>
            <a:lvl4pPr>
              <a:defRPr sz="3150" b="1">
                <a:solidFill>
                  <a:srgbClr val="142B3B"/>
                </a:solidFill>
                <a:latin typeface="Arial"/>
                <a:ea typeface="Arial"/>
                <a:cs typeface="Arial"/>
              </a:defRPr>
            </a:lvl4pPr>
            <a:lvl5pPr>
              <a:defRPr sz="3150" b="1">
                <a:solidFill>
                  <a:srgbClr val="142B3B"/>
                </a:solidFill>
                <a:latin typeface="Arial"/>
                <a:ea typeface="Arial"/>
                <a:cs typeface="Arial"/>
              </a:defRPr>
            </a:lvl5pPr>
            <a:lvl6pPr>
              <a:defRPr sz="3150" b="1">
                <a:solidFill>
                  <a:srgbClr val="142B3B"/>
                </a:solidFill>
                <a:latin typeface="Arial"/>
                <a:ea typeface="Arial"/>
                <a:cs typeface="Arial"/>
              </a:defRPr>
            </a:lvl6pPr>
            <a:lvl7pPr>
              <a:defRPr sz="3150" b="1">
                <a:solidFill>
                  <a:srgbClr val="142B3B"/>
                </a:solidFill>
                <a:latin typeface="Arial"/>
                <a:ea typeface="Arial"/>
                <a:cs typeface="Arial"/>
              </a:defRPr>
            </a:lvl7pPr>
            <a:lvl8pPr>
              <a:defRPr sz="3150" b="1">
                <a:solidFill>
                  <a:srgbClr val="142B3B"/>
                </a:solidFill>
                <a:latin typeface="Arial"/>
                <a:ea typeface="Arial"/>
                <a:cs typeface="Arial"/>
              </a:defRPr>
            </a:lvl8pPr>
            <a:lvl9pPr>
              <a:defRPr sz="3150" b="1">
                <a:solidFill>
                  <a:srgbClr val="142B3B"/>
                </a:solidFill>
                <a:latin typeface="Arial"/>
                <a:ea typeface="Arial"/>
                <a:cs typeface="Arial"/>
              </a:defRPr>
            </a:lvl9pPr>
          </a:lstStyle>
          <a:p xmlns:a="http://schemas.openxmlformats.org/drawingml/2006/main">
            <a:pPr>
              <a:defRPr sz="3150" b="1">
                <a:solidFill>
                  <a:srgbClr val="142B3B"/>
                </a:solidFill>
                <a:latin typeface="Arial"/>
                <a:ea typeface="Arial"/>
                <a:cs typeface="Arial"/>
              </a:defRPr>
            </a:pPr>
            <a:r>
              <a:rPr sz="3150" b="1">
                <a:solidFill>
                  <a:srgbClr val="142B3B"/>
                </a:solidFill>
                <a:latin typeface="Arial"/>
                <a:ea typeface="Arial"/>
                <a:cs typeface="Arial"/>
              </a:rPr>
              <a:t>Helpers for your own project</a:t>
            </a:r>
          </a:p>
        </p:txBody>
      </p:sp>
      <p:sp>
        <p:nvSpPr>
          <p:cNvPr id="6" name="explanation">
            <a:extLst xmlns:a="http://schemas.openxmlformats.org/drawingml/2006/main">
              <a:ext uri="{FF2B5EF4-FFF2-40B4-BE49-F238E27FC236}">
                <a16:creationId xmlns:a16="http://schemas.microsoft.com/office/drawing/2014/main" id="{C800BA60-5EA7-4097-93F2-25AE3C3C0E1C}"/>
              </a:ext>
            </a:extLst>
          </p:cNvPr>
          <p:cNvSpPr>
            <a:spLocks xmlns:a="http://schemas.openxmlformats.org/drawingml/2006/main" noGrp="1"/>
          </p:cNvSpPr>
          <p:nvPr/>
        </p:nvSpPr>
        <p:spPr>
          <a:xfrm xmlns:a="http://schemas.openxmlformats.org/drawingml/2006/main">
            <a:off x="685800" y="2038350"/>
            <a:ext cx="457200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0">
                <a:solidFill>
                  <a:srgbClr val="142B3B"/>
                </a:solidFill>
                <a:latin typeface="Arial"/>
                <a:ea typeface="Arial"/>
                <a:cs typeface="Arial"/>
              </a:defRPr>
            </a:defPPr>
            <a:lvl1pPr>
              <a:defRPr sz="2175" b="0">
                <a:solidFill>
                  <a:srgbClr val="142B3B"/>
                </a:solidFill>
                <a:latin typeface="Arial"/>
                <a:ea typeface="Arial"/>
                <a:cs typeface="Arial"/>
              </a:defRPr>
            </a:lvl1pPr>
            <a:lvl2pPr>
              <a:defRPr sz="2175" b="0">
                <a:solidFill>
                  <a:srgbClr val="142B3B"/>
                </a:solidFill>
                <a:latin typeface="Arial"/>
                <a:ea typeface="Arial"/>
                <a:cs typeface="Arial"/>
              </a:defRPr>
            </a:lvl2pPr>
            <a:lvl3pPr>
              <a:defRPr sz="2175" b="0">
                <a:solidFill>
                  <a:srgbClr val="142B3B"/>
                </a:solidFill>
                <a:latin typeface="Arial"/>
                <a:ea typeface="Arial"/>
                <a:cs typeface="Arial"/>
              </a:defRPr>
            </a:lvl3pPr>
            <a:lvl4pPr>
              <a:defRPr sz="2175" b="0">
                <a:solidFill>
                  <a:srgbClr val="142B3B"/>
                </a:solidFill>
                <a:latin typeface="Arial"/>
                <a:ea typeface="Arial"/>
                <a:cs typeface="Arial"/>
              </a:defRPr>
            </a:lvl4pPr>
            <a:lvl5pPr>
              <a:defRPr sz="2175" b="0">
                <a:solidFill>
                  <a:srgbClr val="142B3B"/>
                </a:solidFill>
                <a:latin typeface="Arial"/>
                <a:ea typeface="Arial"/>
                <a:cs typeface="Arial"/>
              </a:defRPr>
            </a:lvl5pPr>
            <a:lvl6pPr>
              <a:defRPr sz="2175" b="0">
                <a:solidFill>
                  <a:srgbClr val="142B3B"/>
                </a:solidFill>
                <a:latin typeface="Arial"/>
                <a:ea typeface="Arial"/>
                <a:cs typeface="Arial"/>
              </a:defRPr>
            </a:lvl6pPr>
            <a:lvl7pPr>
              <a:defRPr sz="2175" b="0">
                <a:solidFill>
                  <a:srgbClr val="142B3B"/>
                </a:solidFill>
                <a:latin typeface="Arial"/>
                <a:ea typeface="Arial"/>
                <a:cs typeface="Arial"/>
              </a:defRPr>
            </a:lvl7pPr>
            <a:lvl8pPr>
              <a:defRPr sz="2175" b="0">
                <a:solidFill>
                  <a:srgbClr val="142B3B"/>
                </a:solidFill>
                <a:latin typeface="Arial"/>
                <a:ea typeface="Arial"/>
                <a:cs typeface="Arial"/>
              </a:defRPr>
            </a:lvl8pPr>
            <a:lvl9pPr>
              <a:defRPr sz="2175" b="0">
                <a:solidFill>
                  <a:srgbClr val="142B3B"/>
                </a:solidFill>
                <a:latin typeface="Arial"/>
                <a:ea typeface="Arial"/>
                <a:cs typeface="Arial"/>
              </a:defRPr>
            </a:lvl9pPr>
          </a:lstStyle>
          <a:p xmlns:a="http://schemas.openxmlformats.org/drawingml/2006/main">
            <a:pPr>
              <a:defRPr sz="2175" b="0">
                <a:solidFill>
                  <a:srgbClr val="142B3B"/>
                </a:solidFill>
                <a:latin typeface="Arial"/>
                <a:ea typeface="Arial"/>
                <a:cs typeface="Arial"/>
              </a:defRPr>
            </a:pPr>
            <a:r>
              <a:rPr sz="2175" b="0">
                <a:solidFill>
                  <a:srgbClr val="142B3B"/>
                </a:solidFill>
                <a:latin typeface="Arial"/>
                <a:ea typeface="Arial"/>
                <a:cs typeface="Arial"/>
              </a:rPr>
              <a:t>Main goal</a:t>
            </a:r>
          </a:p>
          <a:p xmlns:a="http://schemas.openxmlformats.org/drawingml/2006/main">
            <a:pPr>
              <a:defRPr sz="2175" b="0">
                <a:solidFill>
                  <a:srgbClr val="142B3B"/>
                </a:solidFill>
                <a:latin typeface="Arial"/>
                <a:ea typeface="Arial"/>
                <a:cs typeface="Arial"/>
              </a:defRPr>
            </a:pPr>
            <a:r>
              <a:rPr sz="2175" b="0">
                <a:solidFill>
                  <a:srgbClr val="142B3B"/>
                </a:solidFill>
                <a:latin typeface="Arial"/>
                <a:ea typeface="Arial"/>
                <a:cs typeface="Arial"/>
              </a:rPr>
              <a:t>Save a new business.</a:t>
            </a:r>
          </a:p>
          <a:p xmlns:a="http://schemas.openxmlformats.org/drawingml/2006/main">
            <a:r>
              <a:t/>
            </a:r>
          </a:p>
          <a:p xmlns:a="http://schemas.openxmlformats.org/drawingml/2006/main">
            <a:pPr>
              <a:defRPr sz="2175" b="0">
                <a:solidFill>
                  <a:srgbClr val="142B3B"/>
                </a:solidFill>
                <a:latin typeface="Arial"/>
                <a:ea typeface="Arial"/>
                <a:cs typeface="Arial"/>
              </a:defRPr>
            </a:pPr>
            <a:r>
              <a:rPr sz="2175" b="0">
                <a:solidFill>
                  <a:srgbClr val="142B3B"/>
                </a:solidFill>
                <a:latin typeface="Arial"/>
                <a:ea typeface="Arial"/>
                <a:cs typeface="Arial"/>
              </a:rPr>
              <a:t>Small task</a:t>
            </a:r>
          </a:p>
          <a:p xmlns:a="http://schemas.openxmlformats.org/drawingml/2006/main">
            <a:pPr>
              <a:defRPr sz="2175" b="0">
                <a:solidFill>
                  <a:srgbClr val="142B3B"/>
                </a:solidFill>
                <a:latin typeface="Arial"/>
                <a:ea typeface="Arial"/>
                <a:cs typeface="Arial"/>
              </a:defRPr>
            </a:pPr>
            <a:r>
              <a:rPr sz="2175" b="0">
                <a:solidFill>
                  <a:srgbClr val="142B3B"/>
                </a:solidFill>
                <a:latin typeface="Arial"/>
                <a:ea typeface="Arial"/>
                <a:cs typeface="Arial"/>
              </a:rPr>
              <a:t>Make its name suitable for a web address.</a:t>
            </a:r>
          </a:p>
        </p:txBody>
      </p:sp>
      <p:sp>
        <p:nvSpPr>
          <p:cNvPr id="7" name="code">
            <a:extLst xmlns:a="http://schemas.openxmlformats.org/drawingml/2006/main">
              <a:ext uri="{FF2B5EF4-FFF2-40B4-BE49-F238E27FC236}">
                <a16:creationId xmlns:a16="http://schemas.microsoft.com/office/drawing/2014/main" id="{0FE03C88-8EE3-40D9-B965-9BC9386B8FEE}"/>
              </a:ext>
            </a:extLst>
          </p:cNvPr>
          <p:cNvSpPr>
            <a:spLocks xmlns:a="http://schemas.openxmlformats.org/drawingml/2006/main" noGrp="1"/>
          </p:cNvSpPr>
          <p:nvPr/>
        </p:nvSpPr>
        <p:spPr>
          <a:xfrm xmlns:a="http://schemas.openxmlformats.org/drawingml/2006/main">
            <a:off x="5857875" y="2076450"/>
            <a:ext cx="5619750" cy="2809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007D78"/>
                </a:solidFill>
                <a:latin typeface="Consolas"/>
                <a:ea typeface="Consolas"/>
                <a:cs typeface="Consolas"/>
              </a:defRPr>
            </a:defPPr>
            <a:lvl1pPr>
              <a:defRPr sz="1950" b="0">
                <a:solidFill>
                  <a:srgbClr val="007D78"/>
                </a:solidFill>
                <a:latin typeface="Consolas"/>
                <a:ea typeface="Consolas"/>
                <a:cs typeface="Consolas"/>
              </a:defRPr>
            </a:lvl1pPr>
            <a:lvl2pPr>
              <a:defRPr sz="1950" b="0">
                <a:solidFill>
                  <a:srgbClr val="007D78"/>
                </a:solidFill>
                <a:latin typeface="Consolas"/>
                <a:ea typeface="Consolas"/>
                <a:cs typeface="Consolas"/>
              </a:defRPr>
            </a:lvl2pPr>
            <a:lvl3pPr>
              <a:defRPr sz="1950" b="0">
                <a:solidFill>
                  <a:srgbClr val="007D78"/>
                </a:solidFill>
                <a:latin typeface="Consolas"/>
                <a:ea typeface="Consolas"/>
                <a:cs typeface="Consolas"/>
              </a:defRPr>
            </a:lvl3pPr>
            <a:lvl4pPr>
              <a:defRPr sz="1950" b="0">
                <a:solidFill>
                  <a:srgbClr val="007D78"/>
                </a:solidFill>
                <a:latin typeface="Consolas"/>
                <a:ea typeface="Consolas"/>
                <a:cs typeface="Consolas"/>
              </a:defRPr>
            </a:lvl4pPr>
            <a:lvl5pPr>
              <a:defRPr sz="1950" b="0">
                <a:solidFill>
                  <a:srgbClr val="007D78"/>
                </a:solidFill>
                <a:latin typeface="Consolas"/>
                <a:ea typeface="Consolas"/>
                <a:cs typeface="Consolas"/>
              </a:defRPr>
            </a:lvl5pPr>
            <a:lvl6pPr>
              <a:defRPr sz="1950" b="0">
                <a:solidFill>
                  <a:srgbClr val="007D78"/>
                </a:solidFill>
                <a:latin typeface="Consolas"/>
                <a:ea typeface="Consolas"/>
                <a:cs typeface="Consolas"/>
              </a:defRPr>
            </a:lvl6pPr>
            <a:lvl7pPr>
              <a:defRPr sz="1950" b="0">
                <a:solidFill>
                  <a:srgbClr val="007D78"/>
                </a:solidFill>
                <a:latin typeface="Consolas"/>
                <a:ea typeface="Consolas"/>
                <a:cs typeface="Consolas"/>
              </a:defRPr>
            </a:lvl7pPr>
            <a:lvl8pPr>
              <a:defRPr sz="1950" b="0">
                <a:solidFill>
                  <a:srgbClr val="007D78"/>
                </a:solidFill>
                <a:latin typeface="Consolas"/>
                <a:ea typeface="Consolas"/>
                <a:cs typeface="Consolas"/>
              </a:defRPr>
            </a:lvl8pPr>
            <a:lvl9pPr>
              <a:defRPr sz="1950" b="0">
                <a:solidFill>
                  <a:srgbClr val="007D78"/>
                </a:solidFill>
                <a:latin typeface="Consolas"/>
                <a:ea typeface="Consolas"/>
                <a:cs typeface="Consolas"/>
              </a:defRPr>
            </a:lvl9pPr>
          </a:lstStyle>
          <a:p xmlns:a="http://schemas.openxmlformats.org/drawingml/2006/main">
            <a:pPr>
              <a:defRPr sz="1950" b="0">
                <a:solidFill>
                  <a:srgbClr val="007D78"/>
                </a:solidFill>
                <a:latin typeface="Consolas"/>
                <a:ea typeface="Consolas"/>
                <a:cs typeface="Consolas"/>
              </a:defRPr>
            </a:pPr>
            <a:r>
              <a:rPr sz="1950" b="0">
                <a:solidFill>
                  <a:srgbClr val="007D78"/>
                </a:solidFill>
                <a:latin typeface="Consolas"/>
                <a:ea typeface="Consolas"/>
                <a:cs typeface="Consolas"/>
              </a:rPr>
              <a:t>make_url_friendly("Joe's Cafe")</a:t>
            </a:r>
          </a:p>
          <a:p xmlns:a="http://schemas.openxmlformats.org/drawingml/2006/main">
            <a:r>
              <a:t/>
            </a:r>
          </a:p>
          <a:p xmlns:a="http://schemas.openxmlformats.org/drawingml/2006/main">
            <a:pPr>
              <a:defRPr sz="1950" b="0">
                <a:solidFill>
                  <a:srgbClr val="007D78"/>
                </a:solidFill>
                <a:latin typeface="Consolas"/>
                <a:ea typeface="Consolas"/>
                <a:cs typeface="Consolas"/>
              </a:defRPr>
            </a:pPr>
            <a:r>
              <a:rPr sz="1950" b="0">
                <a:solidFill>
                  <a:srgbClr val="007D78"/>
                </a:solidFill>
                <a:latin typeface="Consolas"/>
                <a:ea typeface="Consolas"/>
                <a:cs typeface="Consolas"/>
              </a:rPr>
              <a:t>Result:</a:t>
            </a:r>
          </a:p>
          <a:p xmlns:a="http://schemas.openxmlformats.org/drawingml/2006/main">
            <a:pPr>
              <a:defRPr sz="1950" b="0">
                <a:solidFill>
                  <a:srgbClr val="007D78"/>
                </a:solidFill>
                <a:latin typeface="Consolas"/>
                <a:ea typeface="Consolas"/>
                <a:cs typeface="Consolas"/>
              </a:defRPr>
            </a:pPr>
            <a:r>
              <a:rPr sz="1950" b="0">
                <a:solidFill>
                  <a:srgbClr val="007D78"/>
                </a:solidFill>
                <a:latin typeface="Consolas"/>
                <a:ea typeface="Consolas"/>
                <a:cs typeface="Consolas"/>
              </a:rPr>
              <a:t>"joes-cafe"</a:t>
            </a:r>
          </a:p>
        </p:txBody>
      </p:sp>
      <p:sp>
        <p:nvSpPr>
          <p:cNvPr id="8" name="caption">
            <a:extLst xmlns:a="http://schemas.openxmlformats.org/drawingml/2006/main">
              <a:ext uri="{FF2B5EF4-FFF2-40B4-BE49-F238E27FC236}">
                <a16:creationId xmlns:a16="http://schemas.microsoft.com/office/drawing/2014/main" id="{9722729F-A5A7-4DD9-8963-EE54C4A9CB63}"/>
              </a:ext>
            </a:extLst>
          </p:cNvPr>
          <p:cNvSpPr>
            <a:spLocks xmlns:a="http://schemas.openxmlformats.org/drawingml/2006/main" noGrp="1"/>
          </p:cNvSpPr>
          <p:nvPr/>
        </p:nvSpPr>
        <p:spPr>
          <a:xfrm xmlns:a="http://schemas.openxmlformats.org/drawingml/2006/main">
            <a:off x="685800" y="5381625"/>
            <a:ext cx="10763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526672"/>
                </a:solidFill>
                <a:latin typeface="Arial"/>
                <a:ea typeface="Arial"/>
                <a:cs typeface="Arial"/>
              </a:defRPr>
            </a:defPPr>
            <a:lvl1pPr>
              <a:defRPr sz="2025" b="0">
                <a:solidFill>
                  <a:srgbClr val="526672"/>
                </a:solidFill>
                <a:latin typeface="Arial"/>
                <a:ea typeface="Arial"/>
                <a:cs typeface="Arial"/>
              </a:defRPr>
            </a:lvl1pPr>
            <a:lvl2pPr>
              <a:defRPr sz="2025" b="0">
                <a:solidFill>
                  <a:srgbClr val="526672"/>
                </a:solidFill>
                <a:latin typeface="Arial"/>
                <a:ea typeface="Arial"/>
                <a:cs typeface="Arial"/>
              </a:defRPr>
            </a:lvl2pPr>
            <a:lvl3pPr>
              <a:defRPr sz="2025" b="0">
                <a:solidFill>
                  <a:srgbClr val="526672"/>
                </a:solidFill>
                <a:latin typeface="Arial"/>
                <a:ea typeface="Arial"/>
                <a:cs typeface="Arial"/>
              </a:defRPr>
            </a:lvl3pPr>
            <a:lvl4pPr>
              <a:defRPr sz="2025" b="0">
                <a:solidFill>
                  <a:srgbClr val="526672"/>
                </a:solidFill>
                <a:latin typeface="Arial"/>
                <a:ea typeface="Arial"/>
                <a:cs typeface="Arial"/>
              </a:defRPr>
            </a:lvl4pPr>
            <a:lvl5pPr>
              <a:defRPr sz="2025" b="0">
                <a:solidFill>
                  <a:srgbClr val="526672"/>
                </a:solidFill>
                <a:latin typeface="Arial"/>
                <a:ea typeface="Arial"/>
                <a:cs typeface="Arial"/>
              </a:defRPr>
            </a:lvl5pPr>
            <a:lvl6pPr>
              <a:defRPr sz="2025" b="0">
                <a:solidFill>
                  <a:srgbClr val="526672"/>
                </a:solidFill>
                <a:latin typeface="Arial"/>
                <a:ea typeface="Arial"/>
                <a:cs typeface="Arial"/>
              </a:defRPr>
            </a:lvl6pPr>
            <a:lvl7pPr>
              <a:defRPr sz="2025" b="0">
                <a:solidFill>
                  <a:srgbClr val="526672"/>
                </a:solidFill>
                <a:latin typeface="Arial"/>
                <a:ea typeface="Arial"/>
                <a:cs typeface="Arial"/>
              </a:defRPr>
            </a:lvl7pPr>
            <a:lvl8pPr>
              <a:defRPr sz="2025" b="0">
                <a:solidFill>
                  <a:srgbClr val="526672"/>
                </a:solidFill>
                <a:latin typeface="Arial"/>
                <a:ea typeface="Arial"/>
                <a:cs typeface="Arial"/>
              </a:defRPr>
            </a:lvl8pPr>
            <a:lvl9pPr>
              <a:defRPr sz="2025" b="0">
                <a:solidFill>
                  <a:srgbClr val="526672"/>
                </a:solidFill>
                <a:latin typeface="Arial"/>
                <a:ea typeface="Arial"/>
                <a:cs typeface="Arial"/>
              </a:defRPr>
            </a:lvl9pPr>
          </a:lstStyle>
          <a:p xmlns:a="http://schemas.openxmlformats.org/drawingml/2006/main">
            <a:pPr>
              <a:defRPr sz="2025" b="0">
                <a:solidFill>
                  <a:srgbClr val="526672"/>
                </a:solidFill>
                <a:latin typeface="Arial"/>
                <a:ea typeface="Arial"/>
                <a:cs typeface="Arial"/>
              </a:defRPr>
            </a:pPr>
            <a:r>
              <a:rPr sz="2025" b="0">
                <a:solidFill>
                  <a:srgbClr val="526672"/>
                </a:solidFill>
                <a:latin typeface="Arial"/>
                <a:ea typeface="Arial"/>
                <a:cs typeface="Arial"/>
              </a:rPr>
              <a:t>The helper can still be useful in only one project.</a:t>
            </a:r>
          </a:p>
        </p:txBody>
      </p:sp>
    </p:spTree>
    <p:extLst>
      <p:ext uri="{BB962C8B-B14F-4D97-AF65-F5344CB8AC3E}">
        <p14:creationId xmlns:p14="http://schemas.microsoft.com/office/powerpoint/2010/main" val="2132323543"/>
      </p:ext>
    </p:extLst>
  </p:cSld>
</p:sld>
</file>

<file path=ppt/slides/slide8.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 name="chapter-label">
            <a:extLst xmlns:a="http://schemas.openxmlformats.org/drawingml/2006/main">
              <a:ext uri="{FF2B5EF4-FFF2-40B4-BE49-F238E27FC236}">
                <a16:creationId xmlns:a16="http://schemas.microsoft.com/office/drawing/2014/main" id="{4E4FA5FB-17C7-4777-ACF5-FEFF19F795D9}"/>
              </a:ext>
            </a:extLst>
          </p:cNvPr>
          <p:cNvSpPr>
            <a:spLocks xmlns:a="http://schemas.openxmlformats.org/drawingml/2006/main" noGrp="1"/>
          </p:cNvSpPr>
          <p:nvPr/>
        </p:nvSpPr>
        <p:spPr>
          <a:xfrm xmlns:a="http://schemas.openxmlformats.org/drawingml/2006/main">
            <a:off x="685800" y="333375"/>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007D78"/>
                </a:solidFill>
                <a:latin typeface="Arial"/>
                <a:ea typeface="Arial"/>
                <a:cs typeface="Arial"/>
              </a:defRPr>
            </a:defPPr>
            <a:lvl1pPr>
              <a:defRPr sz="1275" b="1">
                <a:solidFill>
                  <a:srgbClr val="007D78"/>
                </a:solidFill>
                <a:latin typeface="Arial"/>
                <a:ea typeface="Arial"/>
                <a:cs typeface="Arial"/>
              </a:defRPr>
            </a:lvl1pPr>
            <a:lvl2pPr>
              <a:defRPr sz="1275" b="1">
                <a:solidFill>
                  <a:srgbClr val="007D78"/>
                </a:solidFill>
                <a:latin typeface="Arial"/>
                <a:ea typeface="Arial"/>
                <a:cs typeface="Arial"/>
              </a:defRPr>
            </a:lvl2pPr>
            <a:lvl3pPr>
              <a:defRPr sz="1275" b="1">
                <a:solidFill>
                  <a:srgbClr val="007D78"/>
                </a:solidFill>
                <a:latin typeface="Arial"/>
                <a:ea typeface="Arial"/>
                <a:cs typeface="Arial"/>
              </a:defRPr>
            </a:lvl3pPr>
            <a:lvl4pPr>
              <a:defRPr sz="1275" b="1">
                <a:solidFill>
                  <a:srgbClr val="007D78"/>
                </a:solidFill>
                <a:latin typeface="Arial"/>
                <a:ea typeface="Arial"/>
                <a:cs typeface="Arial"/>
              </a:defRPr>
            </a:lvl4pPr>
            <a:lvl5pPr>
              <a:defRPr sz="1275" b="1">
                <a:solidFill>
                  <a:srgbClr val="007D78"/>
                </a:solidFill>
                <a:latin typeface="Arial"/>
                <a:ea typeface="Arial"/>
                <a:cs typeface="Arial"/>
              </a:defRPr>
            </a:lvl5pPr>
            <a:lvl6pPr>
              <a:defRPr sz="1275" b="1">
                <a:solidFill>
                  <a:srgbClr val="007D78"/>
                </a:solidFill>
                <a:latin typeface="Arial"/>
                <a:ea typeface="Arial"/>
                <a:cs typeface="Arial"/>
              </a:defRPr>
            </a:lvl6pPr>
            <a:lvl7pPr>
              <a:defRPr sz="1275" b="1">
                <a:solidFill>
                  <a:srgbClr val="007D78"/>
                </a:solidFill>
                <a:latin typeface="Arial"/>
                <a:ea typeface="Arial"/>
                <a:cs typeface="Arial"/>
              </a:defRPr>
            </a:lvl7pPr>
            <a:lvl8pPr>
              <a:defRPr sz="1275" b="1">
                <a:solidFill>
                  <a:srgbClr val="007D78"/>
                </a:solidFill>
                <a:latin typeface="Arial"/>
                <a:ea typeface="Arial"/>
                <a:cs typeface="Arial"/>
              </a:defRPr>
            </a:lvl8pPr>
            <a:lvl9pPr>
              <a:defRPr sz="1275" b="1">
                <a:solidFill>
                  <a:srgbClr val="007D78"/>
                </a:solidFill>
                <a:latin typeface="Arial"/>
                <a:ea typeface="Arial"/>
                <a:cs typeface="Arial"/>
              </a:defRPr>
            </a:lvl9pPr>
          </a:lstStyle>
          <a:p xmlns:a="http://schemas.openxmlformats.org/drawingml/2006/main">
            <a:pPr>
              <a:defRPr sz="1275" b="1">
                <a:solidFill>
                  <a:srgbClr val="007D78"/>
                </a:solidFill>
                <a:latin typeface="Arial"/>
                <a:ea typeface="Arial"/>
                <a:cs typeface="Arial"/>
              </a:defRPr>
            </a:pPr>
            <a:r>
              <a:rPr sz="1275" b="1">
                <a:solidFill>
                  <a:srgbClr val="007D78"/>
                </a:solidFill>
                <a:latin typeface="Arial"/>
                <a:ea typeface="Arial"/>
                <a:cs typeface="Arial"/>
              </a:rPr>
              <a:t>CHAPTER 10</a:t>
            </a:r>
          </a:p>
        </p:txBody>
      </p:sp>
      <p:sp>
        <p:nvSpPr>
          <p:cNvPr id="3" name="slide-number">
            <a:extLst xmlns:a="http://schemas.openxmlformats.org/drawingml/2006/main">
              <a:ext uri="{FF2B5EF4-FFF2-40B4-BE49-F238E27FC236}">
                <a16:creationId xmlns:a16="http://schemas.microsoft.com/office/drawing/2014/main" id="{239C02A5-126D-4936-AF1F-00EC5BFBF44A}"/>
              </a:ext>
            </a:extLst>
          </p:cNvPr>
          <p:cNvSpPr>
            <a:spLocks xmlns:a="http://schemas.openxmlformats.org/drawingml/2006/main" noGrp="1"/>
          </p:cNvSpPr>
          <p:nvPr/>
        </p:nvSpPr>
        <p:spPr>
          <a:xfrm xmlns:a="http://schemas.openxmlformats.org/drawingml/2006/main">
            <a:off x="10572750" y="6334125"/>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526672"/>
                </a:solidFill>
                <a:latin typeface="Arial"/>
                <a:ea typeface="Arial"/>
                <a:cs typeface="Arial"/>
              </a:defRPr>
            </a:defPPr>
            <a:lvl1pPr>
              <a:defRPr sz="1200" b="0">
                <a:solidFill>
                  <a:srgbClr val="526672"/>
                </a:solidFill>
                <a:latin typeface="Arial"/>
                <a:ea typeface="Arial"/>
                <a:cs typeface="Arial"/>
              </a:defRPr>
            </a:lvl1pPr>
            <a:lvl2pPr>
              <a:defRPr sz="1200" b="0">
                <a:solidFill>
                  <a:srgbClr val="526672"/>
                </a:solidFill>
                <a:latin typeface="Arial"/>
                <a:ea typeface="Arial"/>
                <a:cs typeface="Arial"/>
              </a:defRPr>
            </a:lvl2pPr>
            <a:lvl3pPr>
              <a:defRPr sz="1200" b="0">
                <a:solidFill>
                  <a:srgbClr val="526672"/>
                </a:solidFill>
                <a:latin typeface="Arial"/>
                <a:ea typeface="Arial"/>
                <a:cs typeface="Arial"/>
              </a:defRPr>
            </a:lvl3pPr>
            <a:lvl4pPr>
              <a:defRPr sz="1200" b="0">
                <a:solidFill>
                  <a:srgbClr val="526672"/>
                </a:solidFill>
                <a:latin typeface="Arial"/>
                <a:ea typeface="Arial"/>
                <a:cs typeface="Arial"/>
              </a:defRPr>
            </a:lvl4pPr>
            <a:lvl5pPr>
              <a:defRPr sz="1200" b="0">
                <a:solidFill>
                  <a:srgbClr val="526672"/>
                </a:solidFill>
                <a:latin typeface="Arial"/>
                <a:ea typeface="Arial"/>
                <a:cs typeface="Arial"/>
              </a:defRPr>
            </a:lvl5pPr>
            <a:lvl6pPr>
              <a:defRPr sz="1200" b="0">
                <a:solidFill>
                  <a:srgbClr val="526672"/>
                </a:solidFill>
                <a:latin typeface="Arial"/>
                <a:ea typeface="Arial"/>
                <a:cs typeface="Arial"/>
              </a:defRPr>
            </a:lvl6pPr>
            <a:lvl7pPr>
              <a:defRPr sz="1200" b="0">
                <a:solidFill>
                  <a:srgbClr val="526672"/>
                </a:solidFill>
                <a:latin typeface="Arial"/>
                <a:ea typeface="Arial"/>
                <a:cs typeface="Arial"/>
              </a:defRPr>
            </a:lvl7pPr>
            <a:lvl8pPr>
              <a:defRPr sz="1200" b="0">
                <a:solidFill>
                  <a:srgbClr val="526672"/>
                </a:solidFill>
                <a:latin typeface="Arial"/>
                <a:ea typeface="Arial"/>
                <a:cs typeface="Arial"/>
              </a:defRPr>
            </a:lvl8pPr>
            <a:lvl9pPr>
              <a:defRPr sz="1200" b="0">
                <a:solidFill>
                  <a:srgbClr val="526672"/>
                </a:solidFill>
                <a:latin typeface="Arial"/>
                <a:ea typeface="Arial"/>
                <a:cs typeface="Arial"/>
              </a:defRPr>
            </a:lvl9pPr>
          </a:lstStyle>
          <a:p xmlns:a="http://schemas.openxmlformats.org/drawingml/2006/main">
            <a:pPr>
              <a:defRPr sz="1200" b="0">
                <a:solidFill>
                  <a:srgbClr val="526672"/>
                </a:solidFill>
                <a:latin typeface="Arial"/>
                <a:ea typeface="Arial"/>
                <a:cs typeface="Arial"/>
              </a:defRPr>
            </a:pPr>
            <a:r>
              <a:rPr sz="1200" b="0">
                <a:solidFill>
                  <a:srgbClr val="526672"/>
                </a:solidFill>
                <a:latin typeface="Arial"/>
                <a:ea typeface="Arial"/>
                <a:cs typeface="Arial"/>
              </a:rPr>
              <a:t>08 / 10</a:t>
            </a:r>
          </a:p>
        </p:txBody>
      </p:sp>
      <p:sp>
        <p:nvSpPr>
          <p:cNvPr id="4" name="source">
            <a:extLst xmlns:a="http://schemas.openxmlformats.org/drawingml/2006/main">
              <a:ext uri="{FF2B5EF4-FFF2-40B4-BE49-F238E27FC236}">
                <a16:creationId xmlns:a16="http://schemas.microsoft.com/office/drawing/2014/main" id="{7F234F7A-5AA0-4D5E-AAFB-C5E01EA1CA44}"/>
              </a:ext>
            </a:extLst>
          </p:cNvPr>
          <p:cNvSpPr>
            <a:spLocks xmlns:a="http://schemas.openxmlformats.org/drawingml/2006/main" noGrp="1"/>
          </p:cNvSpPr>
          <p:nvPr/>
        </p:nvSpPr>
        <p:spPr>
          <a:xfrm xmlns:a="http://schemas.openxmlformats.org/drawingml/2006/main">
            <a:off x="685800" y="6334125"/>
            <a:ext cx="952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672"/>
                </a:solidFill>
                <a:latin typeface="Arial"/>
                <a:ea typeface="Arial"/>
                <a:cs typeface="Arial"/>
              </a:defRPr>
            </a:defPPr>
            <a:lvl1pPr>
              <a:defRPr sz="1125" b="0">
                <a:solidFill>
                  <a:srgbClr val="526672"/>
                </a:solidFill>
                <a:latin typeface="Arial"/>
                <a:ea typeface="Arial"/>
                <a:cs typeface="Arial"/>
              </a:defRPr>
            </a:lvl1pPr>
            <a:lvl2pPr>
              <a:defRPr sz="1125" b="0">
                <a:solidFill>
                  <a:srgbClr val="526672"/>
                </a:solidFill>
                <a:latin typeface="Arial"/>
                <a:ea typeface="Arial"/>
                <a:cs typeface="Arial"/>
              </a:defRPr>
            </a:lvl2pPr>
            <a:lvl3pPr>
              <a:defRPr sz="1125" b="0">
                <a:solidFill>
                  <a:srgbClr val="526672"/>
                </a:solidFill>
                <a:latin typeface="Arial"/>
                <a:ea typeface="Arial"/>
                <a:cs typeface="Arial"/>
              </a:defRPr>
            </a:lvl3pPr>
            <a:lvl4pPr>
              <a:defRPr sz="1125" b="0">
                <a:solidFill>
                  <a:srgbClr val="526672"/>
                </a:solidFill>
                <a:latin typeface="Arial"/>
                <a:ea typeface="Arial"/>
                <a:cs typeface="Arial"/>
              </a:defRPr>
            </a:lvl4pPr>
            <a:lvl5pPr>
              <a:defRPr sz="1125" b="0">
                <a:solidFill>
                  <a:srgbClr val="526672"/>
                </a:solidFill>
                <a:latin typeface="Arial"/>
                <a:ea typeface="Arial"/>
                <a:cs typeface="Arial"/>
              </a:defRPr>
            </a:lvl5pPr>
            <a:lvl6pPr>
              <a:defRPr sz="1125" b="0">
                <a:solidFill>
                  <a:srgbClr val="526672"/>
                </a:solidFill>
                <a:latin typeface="Arial"/>
                <a:ea typeface="Arial"/>
                <a:cs typeface="Arial"/>
              </a:defRPr>
            </a:lvl6pPr>
            <a:lvl7pPr>
              <a:defRPr sz="1125" b="0">
                <a:solidFill>
                  <a:srgbClr val="526672"/>
                </a:solidFill>
                <a:latin typeface="Arial"/>
                <a:ea typeface="Arial"/>
                <a:cs typeface="Arial"/>
              </a:defRPr>
            </a:lvl7pPr>
            <a:lvl8pPr>
              <a:defRPr sz="1125" b="0">
                <a:solidFill>
                  <a:srgbClr val="526672"/>
                </a:solidFill>
                <a:latin typeface="Arial"/>
                <a:ea typeface="Arial"/>
                <a:cs typeface="Arial"/>
              </a:defRPr>
            </a:lvl8pPr>
            <a:lvl9pPr>
              <a:defRPr sz="1125" b="0">
                <a:solidFill>
                  <a:srgbClr val="526672"/>
                </a:solidFill>
                <a:latin typeface="Arial"/>
                <a:ea typeface="Arial"/>
                <a:cs typeface="Arial"/>
              </a:defRPr>
            </a:lvl9pPr>
          </a:lstStyle>
          <a:p xmlns:a="http://schemas.openxmlformats.org/drawingml/2006/main">
            <a:pPr>
              <a:defRPr sz="1125" b="0">
                <a:solidFill>
                  <a:srgbClr val="526672"/>
                </a:solidFill>
                <a:latin typeface="Arial"/>
                <a:ea typeface="Arial"/>
                <a:cs typeface="Arial"/>
              </a:defRPr>
            </a:pPr>
            <a:r>
              <a:rPr sz="1125" b="0">
                <a:solidFill>
                  <a:srgbClr val="526672"/>
                </a:solidFill>
                <a:latin typeface="Arial"/>
                <a:ea typeface="Arial"/>
                <a:cs typeface="Arial"/>
              </a:rPr>
              <a:t>Boswell &amp; Foucher, Chapter 10, pp. 116</a:t>
            </a:r>
          </a:p>
        </p:txBody>
      </p:sp>
      <p:sp>
        <p:nvSpPr>
          <p:cNvPr id="5" name="title">
            <a:extLst xmlns:a="http://schemas.openxmlformats.org/drawingml/2006/main">
              <a:ext uri="{FF2B5EF4-FFF2-40B4-BE49-F238E27FC236}">
                <a16:creationId xmlns:a16="http://schemas.microsoft.com/office/drawing/2014/main" id="{977BC289-E793-4BD0-A0BB-AA1B70C87AF2}"/>
              </a:ext>
            </a:extLst>
          </p:cNvPr>
          <p:cNvSpPr>
            <a:spLocks xmlns:a="http://schemas.openxmlformats.org/drawingml/2006/main" noGrp="1"/>
          </p:cNvSpPr>
          <p:nvPr/>
        </p:nvSpPr>
        <p:spPr>
          <a:xfrm xmlns:a="http://schemas.openxmlformats.org/drawingml/2006/main">
            <a:off x="685800" y="876300"/>
            <a:ext cx="108204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42B3B"/>
                </a:solidFill>
                <a:latin typeface="Arial"/>
                <a:ea typeface="Arial"/>
                <a:cs typeface="Arial"/>
              </a:defRPr>
            </a:defPPr>
            <a:lvl1pPr>
              <a:defRPr sz="3150" b="1">
                <a:solidFill>
                  <a:srgbClr val="142B3B"/>
                </a:solidFill>
                <a:latin typeface="Arial"/>
                <a:ea typeface="Arial"/>
                <a:cs typeface="Arial"/>
              </a:defRPr>
            </a:lvl1pPr>
            <a:lvl2pPr>
              <a:defRPr sz="3150" b="1">
                <a:solidFill>
                  <a:srgbClr val="142B3B"/>
                </a:solidFill>
                <a:latin typeface="Arial"/>
                <a:ea typeface="Arial"/>
                <a:cs typeface="Arial"/>
              </a:defRPr>
            </a:lvl2pPr>
            <a:lvl3pPr>
              <a:defRPr sz="3150" b="1">
                <a:solidFill>
                  <a:srgbClr val="142B3B"/>
                </a:solidFill>
                <a:latin typeface="Arial"/>
                <a:ea typeface="Arial"/>
                <a:cs typeface="Arial"/>
              </a:defRPr>
            </a:lvl3pPr>
            <a:lvl4pPr>
              <a:defRPr sz="3150" b="1">
                <a:solidFill>
                  <a:srgbClr val="142B3B"/>
                </a:solidFill>
                <a:latin typeface="Arial"/>
                <a:ea typeface="Arial"/>
                <a:cs typeface="Arial"/>
              </a:defRPr>
            </a:lvl4pPr>
            <a:lvl5pPr>
              <a:defRPr sz="3150" b="1">
                <a:solidFill>
                  <a:srgbClr val="142B3B"/>
                </a:solidFill>
                <a:latin typeface="Arial"/>
                <a:ea typeface="Arial"/>
                <a:cs typeface="Arial"/>
              </a:defRPr>
            </a:lvl5pPr>
            <a:lvl6pPr>
              <a:defRPr sz="3150" b="1">
                <a:solidFill>
                  <a:srgbClr val="142B3B"/>
                </a:solidFill>
                <a:latin typeface="Arial"/>
                <a:ea typeface="Arial"/>
                <a:cs typeface="Arial"/>
              </a:defRPr>
            </a:lvl6pPr>
            <a:lvl7pPr>
              <a:defRPr sz="3150" b="1">
                <a:solidFill>
                  <a:srgbClr val="142B3B"/>
                </a:solidFill>
                <a:latin typeface="Arial"/>
                <a:ea typeface="Arial"/>
                <a:cs typeface="Arial"/>
              </a:defRPr>
            </a:lvl7pPr>
            <a:lvl8pPr>
              <a:defRPr sz="3150" b="1">
                <a:solidFill>
                  <a:srgbClr val="142B3B"/>
                </a:solidFill>
                <a:latin typeface="Arial"/>
                <a:ea typeface="Arial"/>
                <a:cs typeface="Arial"/>
              </a:defRPr>
            </a:lvl8pPr>
            <a:lvl9pPr>
              <a:defRPr sz="3150" b="1">
                <a:solidFill>
                  <a:srgbClr val="142B3B"/>
                </a:solidFill>
                <a:latin typeface="Arial"/>
                <a:ea typeface="Arial"/>
                <a:cs typeface="Arial"/>
              </a:defRPr>
            </a:lvl9pPr>
          </a:lstStyle>
          <a:p xmlns:a="http://schemas.openxmlformats.org/drawingml/2006/main">
            <a:pPr>
              <a:defRPr sz="3150" b="1">
                <a:solidFill>
                  <a:srgbClr val="142B3B"/>
                </a:solidFill>
                <a:latin typeface="Arial"/>
                <a:ea typeface="Arial"/>
                <a:cs typeface="Arial"/>
              </a:defRPr>
            </a:pPr>
            <a:r>
              <a:rPr sz="3150" b="1">
                <a:solidFill>
                  <a:srgbClr val="142B3B"/>
                </a:solidFill>
                <a:latin typeface="Arial"/>
                <a:ea typeface="Arial"/>
                <a:cs typeface="Arial"/>
              </a:rPr>
              <a:t>A simpler way to use an API</a:t>
            </a:r>
          </a:p>
        </p:txBody>
      </p:sp>
      <p:sp>
        <p:nvSpPr>
          <p:cNvPr id="6" name="explanation">
            <a:extLst xmlns:a="http://schemas.openxmlformats.org/drawingml/2006/main">
              <a:ext uri="{FF2B5EF4-FFF2-40B4-BE49-F238E27FC236}">
                <a16:creationId xmlns:a16="http://schemas.microsoft.com/office/drawing/2014/main" id="{D3E9C2FA-7B1E-426F-B63F-290CEF7B14B9}"/>
              </a:ext>
            </a:extLst>
          </p:cNvPr>
          <p:cNvSpPr>
            <a:spLocks xmlns:a="http://schemas.openxmlformats.org/drawingml/2006/main" noGrp="1"/>
          </p:cNvSpPr>
          <p:nvPr/>
        </p:nvSpPr>
        <p:spPr>
          <a:xfrm xmlns:a="http://schemas.openxmlformats.org/drawingml/2006/main">
            <a:off x="685800" y="2038350"/>
            <a:ext cx="457200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0">
                <a:solidFill>
                  <a:srgbClr val="142B3B"/>
                </a:solidFill>
                <a:latin typeface="Arial"/>
                <a:ea typeface="Arial"/>
                <a:cs typeface="Arial"/>
              </a:defRPr>
            </a:defPPr>
            <a:lvl1pPr>
              <a:defRPr sz="2175" b="0">
                <a:solidFill>
                  <a:srgbClr val="142B3B"/>
                </a:solidFill>
                <a:latin typeface="Arial"/>
                <a:ea typeface="Arial"/>
                <a:cs typeface="Arial"/>
              </a:defRPr>
            </a:lvl1pPr>
            <a:lvl2pPr>
              <a:defRPr sz="2175" b="0">
                <a:solidFill>
                  <a:srgbClr val="142B3B"/>
                </a:solidFill>
                <a:latin typeface="Arial"/>
                <a:ea typeface="Arial"/>
                <a:cs typeface="Arial"/>
              </a:defRPr>
            </a:lvl2pPr>
            <a:lvl3pPr>
              <a:defRPr sz="2175" b="0">
                <a:solidFill>
                  <a:srgbClr val="142B3B"/>
                </a:solidFill>
                <a:latin typeface="Arial"/>
                <a:ea typeface="Arial"/>
                <a:cs typeface="Arial"/>
              </a:defRPr>
            </a:lvl3pPr>
            <a:lvl4pPr>
              <a:defRPr sz="2175" b="0">
                <a:solidFill>
                  <a:srgbClr val="142B3B"/>
                </a:solidFill>
                <a:latin typeface="Arial"/>
                <a:ea typeface="Arial"/>
                <a:cs typeface="Arial"/>
              </a:defRPr>
            </a:lvl4pPr>
            <a:lvl5pPr>
              <a:defRPr sz="2175" b="0">
                <a:solidFill>
                  <a:srgbClr val="142B3B"/>
                </a:solidFill>
                <a:latin typeface="Arial"/>
                <a:ea typeface="Arial"/>
                <a:cs typeface="Arial"/>
              </a:defRPr>
            </a:lvl5pPr>
            <a:lvl6pPr>
              <a:defRPr sz="2175" b="0">
                <a:solidFill>
                  <a:srgbClr val="142B3B"/>
                </a:solidFill>
                <a:latin typeface="Arial"/>
                <a:ea typeface="Arial"/>
                <a:cs typeface="Arial"/>
              </a:defRPr>
            </a:lvl6pPr>
            <a:lvl7pPr>
              <a:defRPr sz="2175" b="0">
                <a:solidFill>
                  <a:srgbClr val="142B3B"/>
                </a:solidFill>
                <a:latin typeface="Arial"/>
                <a:ea typeface="Arial"/>
                <a:cs typeface="Arial"/>
              </a:defRPr>
            </a:lvl7pPr>
            <a:lvl8pPr>
              <a:defRPr sz="2175" b="0">
                <a:solidFill>
                  <a:srgbClr val="142B3B"/>
                </a:solidFill>
                <a:latin typeface="Arial"/>
                <a:ea typeface="Arial"/>
                <a:cs typeface="Arial"/>
              </a:defRPr>
            </a:lvl8pPr>
            <a:lvl9pPr>
              <a:defRPr sz="2175" b="0">
                <a:solidFill>
                  <a:srgbClr val="142B3B"/>
                </a:solidFill>
                <a:latin typeface="Arial"/>
                <a:ea typeface="Arial"/>
                <a:cs typeface="Arial"/>
              </a:defRPr>
            </a:lvl9pPr>
          </a:lstStyle>
          <a:p xmlns:a="http://schemas.openxmlformats.org/drawingml/2006/main">
            <a:pPr>
              <a:defRPr sz="2175" b="0">
                <a:solidFill>
                  <a:srgbClr val="142B3B"/>
                </a:solidFill>
                <a:latin typeface="Arial"/>
                <a:ea typeface="Arial"/>
                <a:cs typeface="Arial"/>
              </a:defRPr>
            </a:pPr>
            <a:r>
              <a:rPr sz="2175" b="0">
                <a:solidFill>
                  <a:srgbClr val="142B3B"/>
                </a:solidFill>
                <a:latin typeface="Arial"/>
                <a:ea typeface="Arial"/>
                <a:cs typeface="Arial"/>
              </a:rPr>
              <a:t>Problem</a:t>
            </a:r>
          </a:p>
          <a:p xmlns:a="http://schemas.openxmlformats.org/drawingml/2006/main">
            <a:pPr>
              <a:defRPr sz="2175" b="0">
                <a:solidFill>
                  <a:srgbClr val="142B3B"/>
                </a:solidFill>
                <a:latin typeface="Arial"/>
                <a:ea typeface="Arial"/>
                <a:cs typeface="Arial"/>
              </a:defRPr>
            </a:pPr>
            <a:r>
              <a:rPr sz="2175" b="0">
                <a:solidFill>
                  <a:srgbClr val="142B3B"/>
                </a:solidFill>
                <a:latin typeface="Arial"/>
                <a:ea typeface="Arial"/>
                <a:cs typeface="Arial"/>
              </a:rPr>
              <a:t>A browser gives cookie data as one long text string.</a:t>
            </a:r>
          </a:p>
          <a:p xmlns:a="http://schemas.openxmlformats.org/drawingml/2006/main">
            <a:r>
              <a:t/>
            </a:r>
          </a:p>
          <a:p xmlns:a="http://schemas.openxmlformats.org/drawingml/2006/main">
            <a:pPr>
              <a:defRPr sz="2175" b="0">
                <a:solidFill>
                  <a:srgbClr val="142B3B"/>
                </a:solidFill>
                <a:latin typeface="Arial"/>
                <a:ea typeface="Arial"/>
                <a:cs typeface="Arial"/>
              </a:defRPr>
            </a:pPr>
            <a:r>
              <a:rPr sz="2175" b="0">
                <a:solidFill>
                  <a:srgbClr val="142B3B"/>
                </a:solidFill>
                <a:latin typeface="Arial"/>
                <a:ea typeface="Arial"/>
                <a:cs typeface="Arial"/>
              </a:rPr>
              <a:t>Helper</a:t>
            </a:r>
          </a:p>
          <a:p xmlns:a="http://schemas.openxmlformats.org/drawingml/2006/main">
            <a:pPr>
              <a:defRPr sz="2175" b="0">
                <a:solidFill>
                  <a:srgbClr val="142B3B"/>
                </a:solidFill>
                <a:latin typeface="Arial"/>
                <a:ea typeface="Arial"/>
                <a:cs typeface="Arial"/>
              </a:defRPr>
            </a:pPr>
            <a:r>
              <a:rPr sz="2175" b="0">
                <a:solidFill>
                  <a:srgbClr val="142B3B"/>
                </a:solidFill>
                <a:latin typeface="Arial"/>
                <a:ea typeface="Arial"/>
                <a:cs typeface="Arial"/>
              </a:rPr>
              <a:t>Read or change a cookie with a clear function call.</a:t>
            </a:r>
          </a:p>
        </p:txBody>
      </p:sp>
      <p:sp>
        <p:nvSpPr>
          <p:cNvPr id="7" name="code">
            <a:extLst xmlns:a="http://schemas.openxmlformats.org/drawingml/2006/main">
              <a:ext uri="{FF2B5EF4-FFF2-40B4-BE49-F238E27FC236}">
                <a16:creationId xmlns:a16="http://schemas.microsoft.com/office/drawing/2014/main" id="{99A752DD-F98D-440B-BEDC-42BB6FBA6B46}"/>
              </a:ext>
            </a:extLst>
          </p:cNvPr>
          <p:cNvSpPr>
            <a:spLocks xmlns:a="http://schemas.openxmlformats.org/drawingml/2006/main" noGrp="1"/>
          </p:cNvSpPr>
          <p:nvPr/>
        </p:nvSpPr>
        <p:spPr>
          <a:xfrm xmlns:a="http://schemas.openxmlformats.org/drawingml/2006/main">
            <a:off x="5857875" y="2076450"/>
            <a:ext cx="5619750" cy="2809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007D78"/>
                </a:solidFill>
                <a:latin typeface="Consolas"/>
                <a:ea typeface="Consolas"/>
                <a:cs typeface="Consolas"/>
              </a:defRPr>
            </a:defPPr>
            <a:lvl1pPr>
              <a:defRPr sz="1950" b="0">
                <a:solidFill>
                  <a:srgbClr val="007D78"/>
                </a:solidFill>
                <a:latin typeface="Consolas"/>
                <a:ea typeface="Consolas"/>
                <a:cs typeface="Consolas"/>
              </a:defRPr>
            </a:lvl1pPr>
            <a:lvl2pPr>
              <a:defRPr sz="1950" b="0">
                <a:solidFill>
                  <a:srgbClr val="007D78"/>
                </a:solidFill>
                <a:latin typeface="Consolas"/>
                <a:ea typeface="Consolas"/>
                <a:cs typeface="Consolas"/>
              </a:defRPr>
            </a:lvl2pPr>
            <a:lvl3pPr>
              <a:defRPr sz="1950" b="0">
                <a:solidFill>
                  <a:srgbClr val="007D78"/>
                </a:solidFill>
                <a:latin typeface="Consolas"/>
                <a:ea typeface="Consolas"/>
                <a:cs typeface="Consolas"/>
              </a:defRPr>
            </a:lvl3pPr>
            <a:lvl4pPr>
              <a:defRPr sz="1950" b="0">
                <a:solidFill>
                  <a:srgbClr val="007D78"/>
                </a:solidFill>
                <a:latin typeface="Consolas"/>
                <a:ea typeface="Consolas"/>
                <a:cs typeface="Consolas"/>
              </a:defRPr>
            </a:lvl4pPr>
            <a:lvl5pPr>
              <a:defRPr sz="1950" b="0">
                <a:solidFill>
                  <a:srgbClr val="007D78"/>
                </a:solidFill>
                <a:latin typeface="Consolas"/>
                <a:ea typeface="Consolas"/>
                <a:cs typeface="Consolas"/>
              </a:defRPr>
            </a:lvl5pPr>
            <a:lvl6pPr>
              <a:defRPr sz="1950" b="0">
                <a:solidFill>
                  <a:srgbClr val="007D78"/>
                </a:solidFill>
                <a:latin typeface="Consolas"/>
                <a:ea typeface="Consolas"/>
                <a:cs typeface="Consolas"/>
              </a:defRPr>
            </a:lvl6pPr>
            <a:lvl7pPr>
              <a:defRPr sz="1950" b="0">
                <a:solidFill>
                  <a:srgbClr val="007D78"/>
                </a:solidFill>
                <a:latin typeface="Consolas"/>
                <a:ea typeface="Consolas"/>
                <a:cs typeface="Consolas"/>
              </a:defRPr>
            </a:lvl7pPr>
            <a:lvl8pPr>
              <a:defRPr sz="1950" b="0">
                <a:solidFill>
                  <a:srgbClr val="007D78"/>
                </a:solidFill>
                <a:latin typeface="Consolas"/>
                <a:ea typeface="Consolas"/>
                <a:cs typeface="Consolas"/>
              </a:defRPr>
            </a:lvl8pPr>
            <a:lvl9pPr>
              <a:defRPr sz="1950" b="0">
                <a:solidFill>
                  <a:srgbClr val="007D78"/>
                </a:solidFill>
                <a:latin typeface="Consolas"/>
                <a:ea typeface="Consolas"/>
                <a:cs typeface="Consolas"/>
              </a:defRPr>
            </a:lvl9pPr>
          </a:lstStyle>
          <a:p xmlns:a="http://schemas.openxmlformats.org/drawingml/2006/main">
            <a:pPr>
              <a:defRPr sz="1950" b="0">
                <a:solidFill>
                  <a:srgbClr val="007D78"/>
                </a:solidFill>
                <a:latin typeface="Consolas"/>
                <a:ea typeface="Consolas"/>
                <a:cs typeface="Consolas"/>
              </a:defRPr>
            </a:pPr>
            <a:r>
              <a:rPr sz="1950" b="0">
                <a:solidFill>
                  <a:srgbClr val="007D78"/>
                </a:solidFill>
                <a:latin typeface="Consolas"/>
                <a:ea typeface="Consolas"/>
                <a:cs typeface="Consolas"/>
              </a:rPr>
              <a:t>get_cookie("max_results")</a:t>
            </a:r>
          </a:p>
          <a:p xmlns:a="http://schemas.openxmlformats.org/drawingml/2006/main">
            <a:r>
              <a:t/>
            </a:r>
          </a:p>
          <a:p xmlns:a="http://schemas.openxmlformats.org/drawingml/2006/main">
            <a:pPr>
              <a:defRPr sz="1950" b="0">
                <a:solidFill>
                  <a:srgbClr val="007D78"/>
                </a:solidFill>
                <a:latin typeface="Consolas"/>
                <a:ea typeface="Consolas"/>
                <a:cs typeface="Consolas"/>
              </a:defRPr>
            </a:pPr>
            <a:r>
              <a:rPr sz="1950" b="0">
                <a:solidFill>
                  <a:srgbClr val="007D78"/>
                </a:solidFill>
                <a:latin typeface="Consolas"/>
                <a:ea typeface="Consolas"/>
                <a:cs typeface="Consolas"/>
              </a:rPr>
              <a:t>set_cookie("max_results", 50, 7)</a:t>
            </a:r>
          </a:p>
          <a:p xmlns:a="http://schemas.openxmlformats.org/drawingml/2006/main">
            <a:r>
              <a:t/>
            </a:r>
          </a:p>
          <a:p xmlns:a="http://schemas.openxmlformats.org/drawingml/2006/main">
            <a:pPr>
              <a:defRPr sz="1950" b="0">
                <a:solidFill>
                  <a:srgbClr val="007D78"/>
                </a:solidFill>
                <a:latin typeface="Consolas"/>
                <a:ea typeface="Consolas"/>
                <a:cs typeface="Consolas"/>
              </a:defRPr>
            </a:pPr>
            <a:r>
              <a:rPr sz="1950" b="0">
                <a:solidFill>
                  <a:srgbClr val="007D78"/>
                </a:solidFill>
                <a:latin typeface="Consolas"/>
                <a:ea typeface="Consolas"/>
                <a:cs typeface="Consolas"/>
              </a:rPr>
              <a:t>delete_cookie("max_results")</a:t>
            </a:r>
          </a:p>
        </p:txBody>
      </p:sp>
      <p:sp>
        <p:nvSpPr>
          <p:cNvPr id="8" name="caption">
            <a:extLst xmlns:a="http://schemas.openxmlformats.org/drawingml/2006/main">
              <a:ext uri="{FF2B5EF4-FFF2-40B4-BE49-F238E27FC236}">
                <a16:creationId xmlns:a16="http://schemas.microsoft.com/office/drawing/2014/main" id="{2547015A-BA23-46A6-9936-614858C3DF06}"/>
              </a:ext>
            </a:extLst>
          </p:cNvPr>
          <p:cNvSpPr>
            <a:spLocks xmlns:a="http://schemas.openxmlformats.org/drawingml/2006/main" noGrp="1"/>
          </p:cNvSpPr>
          <p:nvPr/>
        </p:nvSpPr>
        <p:spPr>
          <a:xfrm xmlns:a="http://schemas.openxmlformats.org/drawingml/2006/main">
            <a:off x="685800" y="5381625"/>
            <a:ext cx="10763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526672"/>
                </a:solidFill>
                <a:latin typeface="Arial"/>
                <a:ea typeface="Arial"/>
                <a:cs typeface="Arial"/>
              </a:defRPr>
            </a:defPPr>
            <a:lvl1pPr>
              <a:defRPr sz="2025" b="0">
                <a:solidFill>
                  <a:srgbClr val="526672"/>
                </a:solidFill>
                <a:latin typeface="Arial"/>
                <a:ea typeface="Arial"/>
                <a:cs typeface="Arial"/>
              </a:defRPr>
            </a:lvl1pPr>
            <a:lvl2pPr>
              <a:defRPr sz="2025" b="0">
                <a:solidFill>
                  <a:srgbClr val="526672"/>
                </a:solidFill>
                <a:latin typeface="Arial"/>
                <a:ea typeface="Arial"/>
                <a:cs typeface="Arial"/>
              </a:defRPr>
            </a:lvl2pPr>
            <a:lvl3pPr>
              <a:defRPr sz="2025" b="0">
                <a:solidFill>
                  <a:srgbClr val="526672"/>
                </a:solidFill>
                <a:latin typeface="Arial"/>
                <a:ea typeface="Arial"/>
                <a:cs typeface="Arial"/>
              </a:defRPr>
            </a:lvl3pPr>
            <a:lvl4pPr>
              <a:defRPr sz="2025" b="0">
                <a:solidFill>
                  <a:srgbClr val="526672"/>
                </a:solidFill>
                <a:latin typeface="Arial"/>
                <a:ea typeface="Arial"/>
                <a:cs typeface="Arial"/>
              </a:defRPr>
            </a:lvl4pPr>
            <a:lvl5pPr>
              <a:defRPr sz="2025" b="0">
                <a:solidFill>
                  <a:srgbClr val="526672"/>
                </a:solidFill>
                <a:latin typeface="Arial"/>
                <a:ea typeface="Arial"/>
                <a:cs typeface="Arial"/>
              </a:defRPr>
            </a:lvl5pPr>
            <a:lvl6pPr>
              <a:defRPr sz="2025" b="0">
                <a:solidFill>
                  <a:srgbClr val="526672"/>
                </a:solidFill>
                <a:latin typeface="Arial"/>
                <a:ea typeface="Arial"/>
                <a:cs typeface="Arial"/>
              </a:defRPr>
            </a:lvl6pPr>
            <a:lvl7pPr>
              <a:defRPr sz="2025" b="0">
                <a:solidFill>
                  <a:srgbClr val="526672"/>
                </a:solidFill>
                <a:latin typeface="Arial"/>
                <a:ea typeface="Arial"/>
                <a:cs typeface="Arial"/>
              </a:defRPr>
            </a:lvl7pPr>
            <a:lvl8pPr>
              <a:defRPr sz="2025" b="0">
                <a:solidFill>
                  <a:srgbClr val="526672"/>
                </a:solidFill>
                <a:latin typeface="Arial"/>
                <a:ea typeface="Arial"/>
                <a:cs typeface="Arial"/>
              </a:defRPr>
            </a:lvl8pPr>
            <a:lvl9pPr>
              <a:defRPr sz="2025" b="0">
                <a:solidFill>
                  <a:srgbClr val="526672"/>
                </a:solidFill>
                <a:latin typeface="Arial"/>
                <a:ea typeface="Arial"/>
                <a:cs typeface="Arial"/>
              </a:defRPr>
            </a:lvl9pPr>
          </a:lstStyle>
          <a:p xmlns:a="http://schemas.openxmlformats.org/drawingml/2006/main">
            <a:pPr>
              <a:defRPr sz="2025" b="0">
                <a:solidFill>
                  <a:srgbClr val="526672"/>
                </a:solidFill>
                <a:latin typeface="Arial"/>
                <a:ea typeface="Arial"/>
                <a:cs typeface="Arial"/>
              </a:defRPr>
            </a:pPr>
            <a:r>
              <a:rPr sz="2025" b="0">
                <a:solidFill>
                  <a:srgbClr val="526672"/>
                </a:solidFill>
                <a:latin typeface="Arial"/>
                <a:ea typeface="Arial"/>
                <a:cs typeface="Arial"/>
              </a:rPr>
              <a:t>A wrapper hides the parsing and setup details.</a:t>
            </a:r>
          </a:p>
        </p:txBody>
      </p:sp>
    </p:spTree>
    <p:extLst>
      <p:ext uri="{BB962C8B-B14F-4D97-AF65-F5344CB8AC3E}">
        <p14:creationId xmlns:p14="http://schemas.microsoft.com/office/powerpoint/2010/main" val="792517734"/>
      </p:ext>
    </p:extLst>
  </p:cSld>
</p:sld>
</file>

<file path=ppt/slides/slide9.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 name="chapter-label">
            <a:extLst xmlns:a="http://schemas.openxmlformats.org/drawingml/2006/main">
              <a:ext uri="{FF2B5EF4-FFF2-40B4-BE49-F238E27FC236}">
                <a16:creationId xmlns:a16="http://schemas.microsoft.com/office/drawing/2014/main" id="{FADF2476-47DE-453F-8487-93160C8B8D30}"/>
              </a:ext>
            </a:extLst>
          </p:cNvPr>
          <p:cNvSpPr>
            <a:spLocks xmlns:a="http://schemas.openxmlformats.org/drawingml/2006/main" noGrp="1"/>
          </p:cNvSpPr>
          <p:nvPr/>
        </p:nvSpPr>
        <p:spPr>
          <a:xfrm xmlns:a="http://schemas.openxmlformats.org/drawingml/2006/main">
            <a:off x="685800" y="333375"/>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007D78"/>
                </a:solidFill>
                <a:latin typeface="Arial"/>
                <a:ea typeface="Arial"/>
                <a:cs typeface="Arial"/>
              </a:defRPr>
            </a:defPPr>
            <a:lvl1pPr>
              <a:defRPr sz="1275" b="1">
                <a:solidFill>
                  <a:srgbClr val="007D78"/>
                </a:solidFill>
                <a:latin typeface="Arial"/>
                <a:ea typeface="Arial"/>
                <a:cs typeface="Arial"/>
              </a:defRPr>
            </a:lvl1pPr>
            <a:lvl2pPr>
              <a:defRPr sz="1275" b="1">
                <a:solidFill>
                  <a:srgbClr val="007D78"/>
                </a:solidFill>
                <a:latin typeface="Arial"/>
                <a:ea typeface="Arial"/>
                <a:cs typeface="Arial"/>
              </a:defRPr>
            </a:lvl2pPr>
            <a:lvl3pPr>
              <a:defRPr sz="1275" b="1">
                <a:solidFill>
                  <a:srgbClr val="007D78"/>
                </a:solidFill>
                <a:latin typeface="Arial"/>
                <a:ea typeface="Arial"/>
                <a:cs typeface="Arial"/>
              </a:defRPr>
            </a:lvl3pPr>
            <a:lvl4pPr>
              <a:defRPr sz="1275" b="1">
                <a:solidFill>
                  <a:srgbClr val="007D78"/>
                </a:solidFill>
                <a:latin typeface="Arial"/>
                <a:ea typeface="Arial"/>
                <a:cs typeface="Arial"/>
              </a:defRPr>
            </a:lvl4pPr>
            <a:lvl5pPr>
              <a:defRPr sz="1275" b="1">
                <a:solidFill>
                  <a:srgbClr val="007D78"/>
                </a:solidFill>
                <a:latin typeface="Arial"/>
                <a:ea typeface="Arial"/>
                <a:cs typeface="Arial"/>
              </a:defRPr>
            </a:lvl5pPr>
            <a:lvl6pPr>
              <a:defRPr sz="1275" b="1">
                <a:solidFill>
                  <a:srgbClr val="007D78"/>
                </a:solidFill>
                <a:latin typeface="Arial"/>
                <a:ea typeface="Arial"/>
                <a:cs typeface="Arial"/>
              </a:defRPr>
            </a:lvl6pPr>
            <a:lvl7pPr>
              <a:defRPr sz="1275" b="1">
                <a:solidFill>
                  <a:srgbClr val="007D78"/>
                </a:solidFill>
                <a:latin typeface="Arial"/>
                <a:ea typeface="Arial"/>
                <a:cs typeface="Arial"/>
              </a:defRPr>
            </a:lvl7pPr>
            <a:lvl8pPr>
              <a:defRPr sz="1275" b="1">
                <a:solidFill>
                  <a:srgbClr val="007D78"/>
                </a:solidFill>
                <a:latin typeface="Arial"/>
                <a:ea typeface="Arial"/>
                <a:cs typeface="Arial"/>
              </a:defRPr>
            </a:lvl8pPr>
            <a:lvl9pPr>
              <a:defRPr sz="1275" b="1">
                <a:solidFill>
                  <a:srgbClr val="007D78"/>
                </a:solidFill>
                <a:latin typeface="Arial"/>
                <a:ea typeface="Arial"/>
                <a:cs typeface="Arial"/>
              </a:defRPr>
            </a:lvl9pPr>
          </a:lstStyle>
          <a:p xmlns:a="http://schemas.openxmlformats.org/drawingml/2006/main">
            <a:pPr>
              <a:defRPr sz="1275" b="1">
                <a:solidFill>
                  <a:srgbClr val="007D78"/>
                </a:solidFill>
                <a:latin typeface="Arial"/>
                <a:ea typeface="Arial"/>
                <a:cs typeface="Arial"/>
              </a:defRPr>
            </a:pPr>
            <a:r>
              <a:rPr sz="1275" b="1">
                <a:solidFill>
                  <a:srgbClr val="007D78"/>
                </a:solidFill>
                <a:latin typeface="Arial"/>
                <a:ea typeface="Arial"/>
                <a:cs typeface="Arial"/>
              </a:rPr>
              <a:t>CHAPTER 10</a:t>
            </a:r>
          </a:p>
        </p:txBody>
      </p:sp>
      <p:sp>
        <p:nvSpPr>
          <p:cNvPr id="3" name="slide-number">
            <a:extLst xmlns:a="http://schemas.openxmlformats.org/drawingml/2006/main">
              <a:ext uri="{FF2B5EF4-FFF2-40B4-BE49-F238E27FC236}">
                <a16:creationId xmlns:a16="http://schemas.microsoft.com/office/drawing/2014/main" id="{90B6CE51-7566-4F60-8651-0EF539DE594E}"/>
              </a:ext>
            </a:extLst>
          </p:cNvPr>
          <p:cNvSpPr>
            <a:spLocks xmlns:a="http://schemas.openxmlformats.org/drawingml/2006/main" noGrp="1"/>
          </p:cNvSpPr>
          <p:nvPr/>
        </p:nvSpPr>
        <p:spPr>
          <a:xfrm xmlns:a="http://schemas.openxmlformats.org/drawingml/2006/main">
            <a:off x="10572750" y="6334125"/>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526672"/>
                </a:solidFill>
                <a:latin typeface="Arial"/>
                <a:ea typeface="Arial"/>
                <a:cs typeface="Arial"/>
              </a:defRPr>
            </a:defPPr>
            <a:lvl1pPr>
              <a:defRPr sz="1200" b="0">
                <a:solidFill>
                  <a:srgbClr val="526672"/>
                </a:solidFill>
                <a:latin typeface="Arial"/>
                <a:ea typeface="Arial"/>
                <a:cs typeface="Arial"/>
              </a:defRPr>
            </a:lvl1pPr>
            <a:lvl2pPr>
              <a:defRPr sz="1200" b="0">
                <a:solidFill>
                  <a:srgbClr val="526672"/>
                </a:solidFill>
                <a:latin typeface="Arial"/>
                <a:ea typeface="Arial"/>
                <a:cs typeface="Arial"/>
              </a:defRPr>
            </a:lvl2pPr>
            <a:lvl3pPr>
              <a:defRPr sz="1200" b="0">
                <a:solidFill>
                  <a:srgbClr val="526672"/>
                </a:solidFill>
                <a:latin typeface="Arial"/>
                <a:ea typeface="Arial"/>
                <a:cs typeface="Arial"/>
              </a:defRPr>
            </a:lvl3pPr>
            <a:lvl4pPr>
              <a:defRPr sz="1200" b="0">
                <a:solidFill>
                  <a:srgbClr val="526672"/>
                </a:solidFill>
                <a:latin typeface="Arial"/>
                <a:ea typeface="Arial"/>
                <a:cs typeface="Arial"/>
              </a:defRPr>
            </a:lvl4pPr>
            <a:lvl5pPr>
              <a:defRPr sz="1200" b="0">
                <a:solidFill>
                  <a:srgbClr val="526672"/>
                </a:solidFill>
                <a:latin typeface="Arial"/>
                <a:ea typeface="Arial"/>
                <a:cs typeface="Arial"/>
              </a:defRPr>
            </a:lvl5pPr>
            <a:lvl6pPr>
              <a:defRPr sz="1200" b="0">
                <a:solidFill>
                  <a:srgbClr val="526672"/>
                </a:solidFill>
                <a:latin typeface="Arial"/>
                <a:ea typeface="Arial"/>
                <a:cs typeface="Arial"/>
              </a:defRPr>
            </a:lvl6pPr>
            <a:lvl7pPr>
              <a:defRPr sz="1200" b="0">
                <a:solidFill>
                  <a:srgbClr val="526672"/>
                </a:solidFill>
                <a:latin typeface="Arial"/>
                <a:ea typeface="Arial"/>
                <a:cs typeface="Arial"/>
              </a:defRPr>
            </a:lvl7pPr>
            <a:lvl8pPr>
              <a:defRPr sz="1200" b="0">
                <a:solidFill>
                  <a:srgbClr val="526672"/>
                </a:solidFill>
                <a:latin typeface="Arial"/>
                <a:ea typeface="Arial"/>
                <a:cs typeface="Arial"/>
              </a:defRPr>
            </a:lvl8pPr>
            <a:lvl9pPr>
              <a:defRPr sz="1200" b="0">
                <a:solidFill>
                  <a:srgbClr val="526672"/>
                </a:solidFill>
                <a:latin typeface="Arial"/>
                <a:ea typeface="Arial"/>
                <a:cs typeface="Arial"/>
              </a:defRPr>
            </a:lvl9pPr>
          </a:lstStyle>
          <a:p xmlns:a="http://schemas.openxmlformats.org/drawingml/2006/main">
            <a:pPr>
              <a:defRPr sz="1200" b="0">
                <a:solidFill>
                  <a:srgbClr val="526672"/>
                </a:solidFill>
                <a:latin typeface="Arial"/>
                <a:ea typeface="Arial"/>
                <a:cs typeface="Arial"/>
              </a:defRPr>
            </a:pPr>
            <a:r>
              <a:rPr sz="1200" b="0">
                <a:solidFill>
                  <a:srgbClr val="526672"/>
                </a:solidFill>
                <a:latin typeface="Arial"/>
                <a:ea typeface="Arial"/>
                <a:cs typeface="Arial"/>
              </a:rPr>
              <a:t>09 / 10</a:t>
            </a:r>
          </a:p>
        </p:txBody>
      </p:sp>
      <p:sp>
        <p:nvSpPr>
          <p:cNvPr id="4" name="source">
            <a:extLst xmlns:a="http://schemas.openxmlformats.org/drawingml/2006/main">
              <a:ext uri="{FF2B5EF4-FFF2-40B4-BE49-F238E27FC236}">
                <a16:creationId xmlns:a16="http://schemas.microsoft.com/office/drawing/2014/main" id="{1DED03CC-CFF0-46D3-BE72-4A40277FB330}"/>
              </a:ext>
            </a:extLst>
          </p:cNvPr>
          <p:cNvSpPr>
            <a:spLocks xmlns:a="http://schemas.openxmlformats.org/drawingml/2006/main" noGrp="1"/>
          </p:cNvSpPr>
          <p:nvPr/>
        </p:nvSpPr>
        <p:spPr>
          <a:xfrm xmlns:a="http://schemas.openxmlformats.org/drawingml/2006/main">
            <a:off x="685800" y="6334125"/>
            <a:ext cx="952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672"/>
                </a:solidFill>
                <a:latin typeface="Arial"/>
                <a:ea typeface="Arial"/>
                <a:cs typeface="Arial"/>
              </a:defRPr>
            </a:defPPr>
            <a:lvl1pPr>
              <a:defRPr sz="1125" b="0">
                <a:solidFill>
                  <a:srgbClr val="526672"/>
                </a:solidFill>
                <a:latin typeface="Arial"/>
                <a:ea typeface="Arial"/>
                <a:cs typeface="Arial"/>
              </a:defRPr>
            </a:lvl1pPr>
            <a:lvl2pPr>
              <a:defRPr sz="1125" b="0">
                <a:solidFill>
                  <a:srgbClr val="526672"/>
                </a:solidFill>
                <a:latin typeface="Arial"/>
                <a:ea typeface="Arial"/>
                <a:cs typeface="Arial"/>
              </a:defRPr>
            </a:lvl2pPr>
            <a:lvl3pPr>
              <a:defRPr sz="1125" b="0">
                <a:solidFill>
                  <a:srgbClr val="526672"/>
                </a:solidFill>
                <a:latin typeface="Arial"/>
                <a:ea typeface="Arial"/>
                <a:cs typeface="Arial"/>
              </a:defRPr>
            </a:lvl3pPr>
            <a:lvl4pPr>
              <a:defRPr sz="1125" b="0">
                <a:solidFill>
                  <a:srgbClr val="526672"/>
                </a:solidFill>
                <a:latin typeface="Arial"/>
                <a:ea typeface="Arial"/>
                <a:cs typeface="Arial"/>
              </a:defRPr>
            </a:lvl4pPr>
            <a:lvl5pPr>
              <a:defRPr sz="1125" b="0">
                <a:solidFill>
                  <a:srgbClr val="526672"/>
                </a:solidFill>
                <a:latin typeface="Arial"/>
                <a:ea typeface="Arial"/>
                <a:cs typeface="Arial"/>
              </a:defRPr>
            </a:lvl5pPr>
            <a:lvl6pPr>
              <a:defRPr sz="1125" b="0">
                <a:solidFill>
                  <a:srgbClr val="526672"/>
                </a:solidFill>
                <a:latin typeface="Arial"/>
                <a:ea typeface="Arial"/>
                <a:cs typeface="Arial"/>
              </a:defRPr>
            </a:lvl6pPr>
            <a:lvl7pPr>
              <a:defRPr sz="1125" b="0">
                <a:solidFill>
                  <a:srgbClr val="526672"/>
                </a:solidFill>
                <a:latin typeface="Arial"/>
                <a:ea typeface="Arial"/>
                <a:cs typeface="Arial"/>
              </a:defRPr>
            </a:lvl7pPr>
            <a:lvl8pPr>
              <a:defRPr sz="1125" b="0">
                <a:solidFill>
                  <a:srgbClr val="526672"/>
                </a:solidFill>
                <a:latin typeface="Arial"/>
                <a:ea typeface="Arial"/>
                <a:cs typeface="Arial"/>
              </a:defRPr>
            </a:lvl8pPr>
            <a:lvl9pPr>
              <a:defRPr sz="1125" b="0">
                <a:solidFill>
                  <a:srgbClr val="526672"/>
                </a:solidFill>
                <a:latin typeface="Arial"/>
                <a:ea typeface="Arial"/>
                <a:cs typeface="Arial"/>
              </a:defRPr>
            </a:lvl9pPr>
          </a:lstStyle>
          <a:p xmlns:a="http://schemas.openxmlformats.org/drawingml/2006/main">
            <a:pPr>
              <a:defRPr sz="1125" b="0">
                <a:solidFill>
                  <a:srgbClr val="526672"/>
                </a:solidFill>
                <a:latin typeface="Arial"/>
                <a:ea typeface="Arial"/>
                <a:cs typeface="Arial"/>
              </a:defRPr>
            </a:pPr>
            <a:r>
              <a:rPr sz="1125" b="0">
                <a:solidFill>
                  <a:srgbClr val="526672"/>
                </a:solidFill>
                <a:latin typeface="Arial"/>
                <a:ea typeface="Arial"/>
                <a:cs typeface="Arial"/>
              </a:rPr>
              <a:t>Boswell &amp; Foucher, Chapter 10, pp. 117</a:t>
            </a:r>
          </a:p>
        </p:txBody>
      </p:sp>
      <p:sp>
        <p:nvSpPr>
          <p:cNvPr id="5" name="title">
            <a:extLst xmlns:a="http://schemas.openxmlformats.org/drawingml/2006/main">
              <a:ext uri="{FF2B5EF4-FFF2-40B4-BE49-F238E27FC236}">
                <a16:creationId xmlns:a16="http://schemas.microsoft.com/office/drawing/2014/main" id="{4159EB43-8EBF-42F3-92B7-5B3A8997C8E0}"/>
              </a:ext>
            </a:extLst>
          </p:cNvPr>
          <p:cNvSpPr>
            <a:spLocks xmlns:a="http://schemas.openxmlformats.org/drawingml/2006/main" noGrp="1"/>
          </p:cNvSpPr>
          <p:nvPr/>
        </p:nvSpPr>
        <p:spPr>
          <a:xfrm xmlns:a="http://schemas.openxmlformats.org/drawingml/2006/main">
            <a:off x="685800" y="876300"/>
            <a:ext cx="108204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42B3B"/>
                </a:solidFill>
                <a:latin typeface="Arial"/>
                <a:ea typeface="Arial"/>
                <a:cs typeface="Arial"/>
              </a:defRPr>
            </a:defPPr>
            <a:lvl1pPr>
              <a:defRPr sz="3150" b="1">
                <a:solidFill>
                  <a:srgbClr val="142B3B"/>
                </a:solidFill>
                <a:latin typeface="Arial"/>
                <a:ea typeface="Arial"/>
                <a:cs typeface="Arial"/>
              </a:defRPr>
            </a:lvl1pPr>
            <a:lvl2pPr>
              <a:defRPr sz="3150" b="1">
                <a:solidFill>
                  <a:srgbClr val="142B3B"/>
                </a:solidFill>
                <a:latin typeface="Arial"/>
                <a:ea typeface="Arial"/>
                <a:cs typeface="Arial"/>
              </a:defRPr>
            </a:lvl2pPr>
            <a:lvl3pPr>
              <a:defRPr sz="3150" b="1">
                <a:solidFill>
                  <a:srgbClr val="142B3B"/>
                </a:solidFill>
                <a:latin typeface="Arial"/>
                <a:ea typeface="Arial"/>
                <a:cs typeface="Arial"/>
              </a:defRPr>
            </a:lvl3pPr>
            <a:lvl4pPr>
              <a:defRPr sz="3150" b="1">
                <a:solidFill>
                  <a:srgbClr val="142B3B"/>
                </a:solidFill>
                <a:latin typeface="Arial"/>
                <a:ea typeface="Arial"/>
                <a:cs typeface="Arial"/>
              </a:defRPr>
            </a:lvl4pPr>
            <a:lvl5pPr>
              <a:defRPr sz="3150" b="1">
                <a:solidFill>
                  <a:srgbClr val="142B3B"/>
                </a:solidFill>
                <a:latin typeface="Arial"/>
                <a:ea typeface="Arial"/>
                <a:cs typeface="Arial"/>
              </a:defRPr>
            </a:lvl5pPr>
            <a:lvl6pPr>
              <a:defRPr sz="3150" b="1">
                <a:solidFill>
                  <a:srgbClr val="142B3B"/>
                </a:solidFill>
                <a:latin typeface="Arial"/>
                <a:ea typeface="Arial"/>
                <a:cs typeface="Arial"/>
              </a:defRPr>
            </a:lvl6pPr>
            <a:lvl7pPr>
              <a:defRPr sz="3150" b="1">
                <a:solidFill>
                  <a:srgbClr val="142B3B"/>
                </a:solidFill>
                <a:latin typeface="Arial"/>
                <a:ea typeface="Arial"/>
                <a:cs typeface="Arial"/>
              </a:defRPr>
            </a:lvl7pPr>
            <a:lvl8pPr>
              <a:defRPr sz="3150" b="1">
                <a:solidFill>
                  <a:srgbClr val="142B3B"/>
                </a:solidFill>
                <a:latin typeface="Arial"/>
                <a:ea typeface="Arial"/>
                <a:cs typeface="Arial"/>
              </a:defRPr>
            </a:lvl8pPr>
            <a:lvl9pPr>
              <a:defRPr sz="3150" b="1">
                <a:solidFill>
                  <a:srgbClr val="142B3B"/>
                </a:solidFill>
                <a:latin typeface="Arial"/>
                <a:ea typeface="Arial"/>
                <a:cs typeface="Arial"/>
              </a:defRPr>
            </a:lvl9pPr>
          </a:lstStyle>
          <a:p xmlns:a="http://schemas.openxmlformats.org/drawingml/2006/main">
            <a:pPr>
              <a:defRPr sz="3150" b="1">
                <a:solidFill>
                  <a:srgbClr val="142B3B"/>
                </a:solidFill>
                <a:latin typeface="Arial"/>
                <a:ea typeface="Arial"/>
                <a:cs typeface="Arial"/>
              </a:defRPr>
            </a:pPr>
            <a:r>
              <a:rPr sz="3150" b="1">
                <a:solidFill>
                  <a:srgbClr val="142B3B"/>
                </a:solidFill>
                <a:latin typeface="Arial"/>
                <a:ea typeface="Arial"/>
                <a:cs typeface="Arial"/>
              </a:rPr>
              <a:t>Helpers for setup and data changes</a:t>
            </a:r>
          </a:p>
        </p:txBody>
      </p:sp>
      <p:sp>
        <p:nvSpPr>
          <p:cNvPr id="6" name="body">
            <a:extLst xmlns:a="http://schemas.openxmlformats.org/drawingml/2006/main">
              <a:ext uri="{FF2B5EF4-FFF2-40B4-BE49-F238E27FC236}">
                <a16:creationId xmlns:a16="http://schemas.microsoft.com/office/drawing/2014/main" id="{1F644C7D-05D4-467F-BD1F-514430FF1B9E}"/>
              </a:ext>
            </a:extLst>
          </p:cNvPr>
          <p:cNvSpPr>
            <a:spLocks xmlns:a="http://schemas.openxmlformats.org/drawingml/2006/main" noGrp="1"/>
          </p:cNvSpPr>
          <p:nvPr/>
        </p:nvSpPr>
        <p:spPr>
          <a:xfrm xmlns:a="http://schemas.openxmlformats.org/drawingml/2006/main">
            <a:off x="685800" y="190500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42B3B"/>
                </a:solidFill>
                <a:latin typeface="Arial"/>
                <a:ea typeface="Arial"/>
                <a:cs typeface="Arial"/>
              </a:defRPr>
            </a:defPPr>
            <a:lvl1pPr>
              <a:defRPr sz="2250" b="0">
                <a:solidFill>
                  <a:srgbClr val="142B3B"/>
                </a:solidFill>
                <a:latin typeface="Arial"/>
                <a:ea typeface="Arial"/>
                <a:cs typeface="Arial"/>
              </a:defRPr>
            </a:lvl1pPr>
            <a:lvl2pPr>
              <a:defRPr sz="2250" b="0">
                <a:solidFill>
                  <a:srgbClr val="142B3B"/>
                </a:solidFill>
                <a:latin typeface="Arial"/>
                <a:ea typeface="Arial"/>
                <a:cs typeface="Arial"/>
              </a:defRPr>
            </a:lvl2pPr>
            <a:lvl3pPr>
              <a:defRPr sz="2250" b="0">
                <a:solidFill>
                  <a:srgbClr val="142B3B"/>
                </a:solidFill>
                <a:latin typeface="Arial"/>
                <a:ea typeface="Arial"/>
                <a:cs typeface="Arial"/>
              </a:defRPr>
            </a:lvl3pPr>
            <a:lvl4pPr>
              <a:defRPr sz="2250" b="0">
                <a:solidFill>
                  <a:srgbClr val="142B3B"/>
                </a:solidFill>
                <a:latin typeface="Arial"/>
                <a:ea typeface="Arial"/>
                <a:cs typeface="Arial"/>
              </a:defRPr>
            </a:lvl4pPr>
            <a:lvl5pPr>
              <a:defRPr sz="2250" b="0">
                <a:solidFill>
                  <a:srgbClr val="142B3B"/>
                </a:solidFill>
                <a:latin typeface="Arial"/>
                <a:ea typeface="Arial"/>
                <a:cs typeface="Arial"/>
              </a:defRPr>
            </a:lvl5pPr>
            <a:lvl6pPr>
              <a:defRPr sz="2250" b="0">
                <a:solidFill>
                  <a:srgbClr val="142B3B"/>
                </a:solidFill>
                <a:latin typeface="Arial"/>
                <a:ea typeface="Arial"/>
                <a:cs typeface="Arial"/>
              </a:defRPr>
            </a:lvl6pPr>
            <a:lvl7pPr>
              <a:defRPr sz="2250" b="0">
                <a:solidFill>
                  <a:srgbClr val="142B3B"/>
                </a:solidFill>
                <a:latin typeface="Arial"/>
                <a:ea typeface="Arial"/>
                <a:cs typeface="Arial"/>
              </a:defRPr>
            </a:lvl7pPr>
            <a:lvl8pPr>
              <a:defRPr sz="2250" b="0">
                <a:solidFill>
                  <a:srgbClr val="142B3B"/>
                </a:solidFill>
                <a:latin typeface="Arial"/>
                <a:ea typeface="Arial"/>
                <a:cs typeface="Arial"/>
              </a:defRPr>
            </a:lvl8pPr>
            <a:lvl9pPr>
              <a:defRPr sz="2250" b="0">
                <a:solidFill>
                  <a:srgbClr val="142B3B"/>
                </a:solidFill>
                <a:latin typeface="Arial"/>
                <a:ea typeface="Arial"/>
                <a:cs typeface="Arial"/>
              </a:defRPr>
            </a:lvl9pPr>
          </a:lstStyle>
          <a:p xmlns:a="http://schemas.openxmlformats.org/drawingml/2006/main">
            <a:pPr>
              <a:defRPr sz="2250" b="0">
                <a:solidFill>
                  <a:srgbClr val="142B3B"/>
                </a:solidFill>
                <a:latin typeface="Arial"/>
                <a:ea typeface="Arial"/>
                <a:cs typeface="Arial"/>
              </a:defRPr>
            </a:pPr>
            <a:r>
              <a:rPr sz="2250" b="0">
                <a:solidFill>
                  <a:srgbClr val="142B3B"/>
                </a:solidFill>
                <a:latin typeface="Arial"/>
                <a:ea typeface="Arial"/>
                <a:cs typeface="Arial"/>
              </a:rPr>
              <a:t>One simple action may need several preparation steps.</a:t>
            </a:r>
          </a:p>
        </p:txBody>
      </p:sp>
      <p:sp>
        <p:nvSpPr>
          <p:cNvPr id="7" name="item-0">
            <a:extLst xmlns:a="http://schemas.openxmlformats.org/drawingml/2006/main">
              <a:ext uri="{FF2B5EF4-FFF2-40B4-BE49-F238E27FC236}">
                <a16:creationId xmlns:a16="http://schemas.microsoft.com/office/drawing/2014/main" id="{29EBB9C5-8A3B-493B-954F-4CE271408EB3}"/>
              </a:ext>
            </a:extLst>
          </p:cNvPr>
          <p:cNvSpPr>
            <a:spLocks xmlns:a="http://schemas.openxmlformats.org/drawingml/2006/main" noGrp="1"/>
          </p:cNvSpPr>
          <p:nvPr/>
        </p:nvSpPr>
        <p:spPr>
          <a:xfrm xmlns:a="http://schemas.openxmlformats.org/drawingml/2006/main">
            <a:off x="904875" y="2857500"/>
            <a:ext cx="102870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42B3B"/>
                </a:solidFill>
                <a:latin typeface="Arial"/>
                <a:ea typeface="Arial"/>
                <a:cs typeface="Arial"/>
              </a:defRPr>
            </a:defPPr>
            <a:lvl1pPr>
              <a:defRPr sz="2100" b="0">
                <a:solidFill>
                  <a:srgbClr val="142B3B"/>
                </a:solidFill>
                <a:latin typeface="Arial"/>
                <a:ea typeface="Arial"/>
                <a:cs typeface="Arial"/>
              </a:defRPr>
            </a:lvl1pPr>
            <a:lvl2pPr>
              <a:defRPr sz="2100" b="0">
                <a:solidFill>
                  <a:srgbClr val="142B3B"/>
                </a:solidFill>
                <a:latin typeface="Arial"/>
                <a:ea typeface="Arial"/>
                <a:cs typeface="Arial"/>
              </a:defRPr>
            </a:lvl2pPr>
            <a:lvl3pPr>
              <a:defRPr sz="2100" b="0">
                <a:solidFill>
                  <a:srgbClr val="142B3B"/>
                </a:solidFill>
                <a:latin typeface="Arial"/>
                <a:ea typeface="Arial"/>
                <a:cs typeface="Arial"/>
              </a:defRPr>
            </a:lvl3pPr>
            <a:lvl4pPr>
              <a:defRPr sz="2100" b="0">
                <a:solidFill>
                  <a:srgbClr val="142B3B"/>
                </a:solidFill>
                <a:latin typeface="Arial"/>
                <a:ea typeface="Arial"/>
                <a:cs typeface="Arial"/>
              </a:defRPr>
            </a:lvl4pPr>
            <a:lvl5pPr>
              <a:defRPr sz="2100" b="0">
                <a:solidFill>
                  <a:srgbClr val="142B3B"/>
                </a:solidFill>
                <a:latin typeface="Arial"/>
                <a:ea typeface="Arial"/>
                <a:cs typeface="Arial"/>
              </a:defRPr>
            </a:lvl5pPr>
            <a:lvl6pPr>
              <a:defRPr sz="2100" b="0">
                <a:solidFill>
                  <a:srgbClr val="142B3B"/>
                </a:solidFill>
                <a:latin typeface="Arial"/>
                <a:ea typeface="Arial"/>
                <a:cs typeface="Arial"/>
              </a:defRPr>
            </a:lvl6pPr>
            <a:lvl7pPr>
              <a:defRPr sz="2100" b="0">
                <a:solidFill>
                  <a:srgbClr val="142B3B"/>
                </a:solidFill>
                <a:latin typeface="Arial"/>
                <a:ea typeface="Arial"/>
                <a:cs typeface="Arial"/>
              </a:defRPr>
            </a:lvl7pPr>
            <a:lvl8pPr>
              <a:defRPr sz="2100" b="0">
                <a:solidFill>
                  <a:srgbClr val="142B3B"/>
                </a:solidFill>
                <a:latin typeface="Arial"/>
                <a:ea typeface="Arial"/>
                <a:cs typeface="Arial"/>
              </a:defRPr>
            </a:lvl8pPr>
            <a:lvl9pPr>
              <a:defRPr sz="2100" b="0">
                <a:solidFill>
                  <a:srgbClr val="142B3B"/>
                </a:solidFill>
                <a:latin typeface="Arial"/>
                <a:ea typeface="Arial"/>
                <a:cs typeface="Arial"/>
              </a:defRPr>
            </a:lvl9pPr>
          </a:lstStyle>
          <a:p xmlns:a="http://schemas.openxmlformats.org/drawingml/2006/main">
            <a:pPr>
              <a:defRPr sz="2100" b="0">
                <a:solidFill>
                  <a:srgbClr val="142B3B"/>
                </a:solidFill>
                <a:latin typeface="Arial"/>
                <a:ea typeface="Arial"/>
                <a:cs typeface="Arial"/>
              </a:defRPr>
            </a:pPr>
            <a:r>
              <a:rPr sz="2100" b="0">
                <a:solidFill>
                  <a:srgbClr val="142B3B"/>
                </a:solidFill>
                <a:latin typeface="Arial"/>
                <a:ea typeface="Arial"/>
                <a:cs typeface="Arial"/>
              </a:rPr>
              <a:t>1.  Turn an object into text.</a:t>
            </a:r>
          </a:p>
        </p:txBody>
      </p:sp>
      <p:sp>
        <p:nvSpPr>
          <p:cNvPr id="8" name="item-1">
            <a:extLst xmlns:a="http://schemas.openxmlformats.org/drawingml/2006/main">
              <a:ext uri="{FF2B5EF4-FFF2-40B4-BE49-F238E27FC236}">
                <a16:creationId xmlns:a16="http://schemas.microsoft.com/office/drawing/2014/main" id="{D0BE5940-7D8E-470E-8625-3EC792A5A809}"/>
              </a:ext>
            </a:extLst>
          </p:cNvPr>
          <p:cNvSpPr>
            <a:spLocks xmlns:a="http://schemas.openxmlformats.org/drawingml/2006/main" noGrp="1"/>
          </p:cNvSpPr>
          <p:nvPr/>
        </p:nvSpPr>
        <p:spPr>
          <a:xfrm xmlns:a="http://schemas.openxmlformats.org/drawingml/2006/main">
            <a:off x="904875" y="3476625"/>
            <a:ext cx="102870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42B3B"/>
                </a:solidFill>
                <a:latin typeface="Arial"/>
                <a:ea typeface="Arial"/>
                <a:cs typeface="Arial"/>
              </a:defRPr>
            </a:defPPr>
            <a:lvl1pPr>
              <a:defRPr sz="2100" b="0">
                <a:solidFill>
                  <a:srgbClr val="142B3B"/>
                </a:solidFill>
                <a:latin typeface="Arial"/>
                <a:ea typeface="Arial"/>
                <a:cs typeface="Arial"/>
              </a:defRPr>
            </a:lvl1pPr>
            <a:lvl2pPr>
              <a:defRPr sz="2100" b="0">
                <a:solidFill>
                  <a:srgbClr val="142B3B"/>
                </a:solidFill>
                <a:latin typeface="Arial"/>
                <a:ea typeface="Arial"/>
                <a:cs typeface="Arial"/>
              </a:defRPr>
            </a:lvl2pPr>
            <a:lvl3pPr>
              <a:defRPr sz="2100" b="0">
                <a:solidFill>
                  <a:srgbClr val="142B3B"/>
                </a:solidFill>
                <a:latin typeface="Arial"/>
                <a:ea typeface="Arial"/>
                <a:cs typeface="Arial"/>
              </a:defRPr>
            </a:lvl3pPr>
            <a:lvl4pPr>
              <a:defRPr sz="2100" b="0">
                <a:solidFill>
                  <a:srgbClr val="142B3B"/>
                </a:solidFill>
                <a:latin typeface="Arial"/>
                <a:ea typeface="Arial"/>
                <a:cs typeface="Arial"/>
              </a:defRPr>
            </a:lvl4pPr>
            <a:lvl5pPr>
              <a:defRPr sz="2100" b="0">
                <a:solidFill>
                  <a:srgbClr val="142B3B"/>
                </a:solidFill>
                <a:latin typeface="Arial"/>
                <a:ea typeface="Arial"/>
                <a:cs typeface="Arial"/>
              </a:defRPr>
            </a:lvl5pPr>
            <a:lvl6pPr>
              <a:defRPr sz="2100" b="0">
                <a:solidFill>
                  <a:srgbClr val="142B3B"/>
                </a:solidFill>
                <a:latin typeface="Arial"/>
                <a:ea typeface="Arial"/>
                <a:cs typeface="Arial"/>
              </a:defRPr>
            </a:lvl6pPr>
            <a:lvl7pPr>
              <a:defRPr sz="2100" b="0">
                <a:solidFill>
                  <a:srgbClr val="142B3B"/>
                </a:solidFill>
                <a:latin typeface="Arial"/>
                <a:ea typeface="Arial"/>
                <a:cs typeface="Arial"/>
              </a:defRPr>
            </a:lvl7pPr>
            <a:lvl8pPr>
              <a:defRPr sz="2100" b="0">
                <a:solidFill>
                  <a:srgbClr val="142B3B"/>
                </a:solidFill>
                <a:latin typeface="Arial"/>
                <a:ea typeface="Arial"/>
                <a:cs typeface="Arial"/>
              </a:defRPr>
            </a:lvl8pPr>
            <a:lvl9pPr>
              <a:defRPr sz="2100" b="0">
                <a:solidFill>
                  <a:srgbClr val="142B3B"/>
                </a:solidFill>
                <a:latin typeface="Arial"/>
                <a:ea typeface="Arial"/>
                <a:cs typeface="Arial"/>
              </a:defRPr>
            </a:lvl9pPr>
          </a:lstStyle>
          <a:p xmlns:a="http://schemas.openxmlformats.org/drawingml/2006/main">
            <a:pPr>
              <a:defRPr sz="2100" b="0">
                <a:solidFill>
                  <a:srgbClr val="142B3B"/>
                </a:solidFill>
                <a:latin typeface="Arial"/>
                <a:ea typeface="Arial"/>
                <a:cs typeface="Arial"/>
              </a:defRPr>
            </a:pPr>
            <a:r>
              <a:rPr sz="2100" b="0">
                <a:solidFill>
                  <a:srgbClr val="142B3B"/>
                </a:solidFill>
                <a:latin typeface="Arial"/>
                <a:ea typeface="Arial"/>
                <a:cs typeface="Arial"/>
              </a:rPr>
              <a:t>2.  Encrypt the text.</a:t>
            </a:r>
          </a:p>
        </p:txBody>
      </p:sp>
      <p:sp>
        <p:nvSpPr>
          <p:cNvPr id="9" name="item-2">
            <a:extLst xmlns:a="http://schemas.openxmlformats.org/drawingml/2006/main">
              <a:ext uri="{FF2B5EF4-FFF2-40B4-BE49-F238E27FC236}">
                <a16:creationId xmlns:a16="http://schemas.microsoft.com/office/drawing/2014/main" id="{63C9712C-A2D6-47A4-B7A1-95D416DB77BF}"/>
              </a:ext>
            </a:extLst>
          </p:cNvPr>
          <p:cNvSpPr>
            <a:spLocks xmlns:a="http://schemas.openxmlformats.org/drawingml/2006/main" noGrp="1"/>
          </p:cNvSpPr>
          <p:nvPr/>
        </p:nvSpPr>
        <p:spPr>
          <a:xfrm xmlns:a="http://schemas.openxmlformats.org/drawingml/2006/main">
            <a:off x="904875" y="4095750"/>
            <a:ext cx="102870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42B3B"/>
                </a:solidFill>
                <a:latin typeface="Arial"/>
                <a:ea typeface="Arial"/>
                <a:cs typeface="Arial"/>
              </a:defRPr>
            </a:defPPr>
            <a:lvl1pPr>
              <a:defRPr sz="2100" b="0">
                <a:solidFill>
                  <a:srgbClr val="142B3B"/>
                </a:solidFill>
                <a:latin typeface="Arial"/>
                <a:ea typeface="Arial"/>
                <a:cs typeface="Arial"/>
              </a:defRPr>
            </a:lvl1pPr>
            <a:lvl2pPr>
              <a:defRPr sz="2100" b="0">
                <a:solidFill>
                  <a:srgbClr val="142B3B"/>
                </a:solidFill>
                <a:latin typeface="Arial"/>
                <a:ea typeface="Arial"/>
                <a:cs typeface="Arial"/>
              </a:defRPr>
            </a:lvl2pPr>
            <a:lvl3pPr>
              <a:defRPr sz="2100" b="0">
                <a:solidFill>
                  <a:srgbClr val="142B3B"/>
                </a:solidFill>
                <a:latin typeface="Arial"/>
                <a:ea typeface="Arial"/>
                <a:cs typeface="Arial"/>
              </a:defRPr>
            </a:lvl3pPr>
            <a:lvl4pPr>
              <a:defRPr sz="2100" b="0">
                <a:solidFill>
                  <a:srgbClr val="142B3B"/>
                </a:solidFill>
                <a:latin typeface="Arial"/>
                <a:ea typeface="Arial"/>
                <a:cs typeface="Arial"/>
              </a:defRPr>
            </a:lvl4pPr>
            <a:lvl5pPr>
              <a:defRPr sz="2100" b="0">
                <a:solidFill>
                  <a:srgbClr val="142B3B"/>
                </a:solidFill>
                <a:latin typeface="Arial"/>
                <a:ea typeface="Arial"/>
                <a:cs typeface="Arial"/>
              </a:defRPr>
            </a:lvl5pPr>
            <a:lvl6pPr>
              <a:defRPr sz="2100" b="0">
                <a:solidFill>
                  <a:srgbClr val="142B3B"/>
                </a:solidFill>
                <a:latin typeface="Arial"/>
                <a:ea typeface="Arial"/>
                <a:cs typeface="Arial"/>
              </a:defRPr>
            </a:lvl6pPr>
            <a:lvl7pPr>
              <a:defRPr sz="2100" b="0">
                <a:solidFill>
                  <a:srgbClr val="142B3B"/>
                </a:solidFill>
                <a:latin typeface="Arial"/>
                <a:ea typeface="Arial"/>
                <a:cs typeface="Arial"/>
              </a:defRPr>
            </a:lvl7pPr>
            <a:lvl8pPr>
              <a:defRPr sz="2100" b="0">
                <a:solidFill>
                  <a:srgbClr val="142B3B"/>
                </a:solidFill>
                <a:latin typeface="Arial"/>
                <a:ea typeface="Arial"/>
                <a:cs typeface="Arial"/>
              </a:defRPr>
            </a:lvl8pPr>
            <a:lvl9pPr>
              <a:defRPr sz="2100" b="0">
                <a:solidFill>
                  <a:srgbClr val="142B3B"/>
                </a:solidFill>
                <a:latin typeface="Arial"/>
                <a:ea typeface="Arial"/>
                <a:cs typeface="Arial"/>
              </a:defRPr>
            </a:lvl9pPr>
          </a:lstStyle>
          <a:p xmlns:a="http://schemas.openxmlformats.org/drawingml/2006/main">
            <a:pPr>
              <a:defRPr sz="2100" b="0">
                <a:solidFill>
                  <a:srgbClr val="142B3B"/>
                </a:solidFill>
                <a:latin typeface="Arial"/>
                <a:ea typeface="Arial"/>
                <a:cs typeface="Arial"/>
              </a:defRPr>
            </a:pPr>
            <a:r>
              <a:rPr sz="2100" b="0">
                <a:solidFill>
                  <a:srgbClr val="142B3B"/>
                </a:solidFill>
                <a:latin typeface="Arial"/>
                <a:ea typeface="Arial"/>
                <a:cs typeface="Arial"/>
              </a:rPr>
              <a:t>3.  Convert the result into text that fits in a URL.</a:t>
            </a:r>
          </a:p>
        </p:txBody>
      </p:sp>
      <p:sp>
        <p:nvSpPr>
          <p:cNvPr id="10" name="example">
            <a:extLst xmlns:a="http://schemas.openxmlformats.org/drawingml/2006/main">
              <a:ext uri="{FF2B5EF4-FFF2-40B4-BE49-F238E27FC236}">
                <a16:creationId xmlns:a16="http://schemas.microsoft.com/office/drawing/2014/main" id="{2306FA67-2655-42EC-8422-83581ACD6E8E}"/>
              </a:ext>
            </a:extLst>
          </p:cNvPr>
          <p:cNvSpPr>
            <a:spLocks xmlns:a="http://schemas.openxmlformats.org/drawingml/2006/main" noGrp="1"/>
          </p:cNvSpPr>
          <p:nvPr/>
        </p:nvSpPr>
        <p:spPr>
          <a:xfrm xmlns:a="http://schemas.openxmlformats.org/drawingml/2006/main">
            <a:off x="685800" y="4810125"/>
            <a:ext cx="108204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007D78"/>
                </a:solidFill>
                <a:latin typeface="Consolas"/>
                <a:ea typeface="Consolas"/>
                <a:cs typeface="Consolas"/>
              </a:defRPr>
            </a:defPPr>
            <a:lvl1pPr>
              <a:defRPr sz="2100" b="1">
                <a:solidFill>
                  <a:srgbClr val="007D78"/>
                </a:solidFill>
                <a:latin typeface="Consolas"/>
                <a:ea typeface="Consolas"/>
                <a:cs typeface="Consolas"/>
              </a:defRPr>
            </a:lvl1pPr>
            <a:lvl2pPr>
              <a:defRPr sz="2100" b="1">
                <a:solidFill>
                  <a:srgbClr val="007D78"/>
                </a:solidFill>
                <a:latin typeface="Consolas"/>
                <a:ea typeface="Consolas"/>
                <a:cs typeface="Consolas"/>
              </a:defRPr>
            </a:lvl2pPr>
            <a:lvl3pPr>
              <a:defRPr sz="2100" b="1">
                <a:solidFill>
                  <a:srgbClr val="007D78"/>
                </a:solidFill>
                <a:latin typeface="Consolas"/>
                <a:ea typeface="Consolas"/>
                <a:cs typeface="Consolas"/>
              </a:defRPr>
            </a:lvl3pPr>
            <a:lvl4pPr>
              <a:defRPr sz="2100" b="1">
                <a:solidFill>
                  <a:srgbClr val="007D78"/>
                </a:solidFill>
                <a:latin typeface="Consolas"/>
                <a:ea typeface="Consolas"/>
                <a:cs typeface="Consolas"/>
              </a:defRPr>
            </a:lvl4pPr>
            <a:lvl5pPr>
              <a:defRPr sz="2100" b="1">
                <a:solidFill>
                  <a:srgbClr val="007D78"/>
                </a:solidFill>
                <a:latin typeface="Consolas"/>
                <a:ea typeface="Consolas"/>
                <a:cs typeface="Consolas"/>
              </a:defRPr>
            </a:lvl5pPr>
            <a:lvl6pPr>
              <a:defRPr sz="2100" b="1">
                <a:solidFill>
                  <a:srgbClr val="007D78"/>
                </a:solidFill>
                <a:latin typeface="Consolas"/>
                <a:ea typeface="Consolas"/>
                <a:cs typeface="Consolas"/>
              </a:defRPr>
            </a:lvl6pPr>
            <a:lvl7pPr>
              <a:defRPr sz="2100" b="1">
                <a:solidFill>
                  <a:srgbClr val="007D78"/>
                </a:solidFill>
                <a:latin typeface="Consolas"/>
                <a:ea typeface="Consolas"/>
                <a:cs typeface="Consolas"/>
              </a:defRPr>
            </a:lvl7pPr>
            <a:lvl8pPr>
              <a:defRPr sz="2100" b="1">
                <a:solidFill>
                  <a:srgbClr val="007D78"/>
                </a:solidFill>
                <a:latin typeface="Consolas"/>
                <a:ea typeface="Consolas"/>
                <a:cs typeface="Consolas"/>
              </a:defRPr>
            </a:lvl8pPr>
            <a:lvl9pPr>
              <a:defRPr sz="2100" b="1">
                <a:solidFill>
                  <a:srgbClr val="007D78"/>
                </a:solidFill>
                <a:latin typeface="Consolas"/>
                <a:ea typeface="Consolas"/>
                <a:cs typeface="Consolas"/>
              </a:defRPr>
            </a:lvl9pPr>
          </a:lstStyle>
          <a:p xmlns:a="http://schemas.openxmlformats.org/drawingml/2006/main">
            <a:pPr>
              <a:defRPr sz="2100" b="1">
                <a:solidFill>
                  <a:srgbClr val="007D78"/>
                </a:solidFill>
                <a:latin typeface="Consolas"/>
                <a:ea typeface="Consolas"/>
                <a:cs typeface="Consolas"/>
              </a:defRPr>
            </a:pPr>
            <a:r>
              <a:rPr sz="2100" b="1">
                <a:solidFill>
                  <a:srgbClr val="007D78"/>
                </a:solidFill>
                <a:latin typeface="Consolas"/>
                <a:ea typeface="Consolas"/>
                <a:cs typeface="Consolas"/>
              </a:rPr>
              <a:t>result = url_safe_encrypt(user_info)</a:t>
            </a:r>
          </a:p>
        </p:txBody>
      </p:sp>
      <p:sp>
        <p:nvSpPr>
          <p:cNvPr id="11" name="takeaway">
            <a:extLst xmlns:a="http://schemas.openxmlformats.org/drawingml/2006/main">
              <a:ext uri="{FF2B5EF4-FFF2-40B4-BE49-F238E27FC236}">
                <a16:creationId xmlns:a16="http://schemas.microsoft.com/office/drawing/2014/main" id="{3FF4A989-D2CF-45D7-B67A-3D1DB3DCBED1}"/>
              </a:ext>
            </a:extLst>
          </p:cNvPr>
          <p:cNvSpPr>
            <a:spLocks xmlns:a="http://schemas.openxmlformats.org/drawingml/2006/main" noGrp="1"/>
          </p:cNvSpPr>
          <p:nvPr/>
        </p:nvSpPr>
        <p:spPr>
          <a:xfrm xmlns:a="http://schemas.openxmlformats.org/drawingml/2006/main">
            <a:off x="685800" y="5524500"/>
            <a:ext cx="10820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526672"/>
                </a:solidFill>
                <a:latin typeface="Arial"/>
                <a:ea typeface="Arial"/>
                <a:cs typeface="Arial"/>
              </a:defRPr>
            </a:defPPr>
            <a:lvl1pPr>
              <a:defRPr sz="1950" b="0">
                <a:solidFill>
                  <a:srgbClr val="526672"/>
                </a:solidFill>
                <a:latin typeface="Arial"/>
                <a:ea typeface="Arial"/>
                <a:cs typeface="Arial"/>
              </a:defRPr>
            </a:lvl1pPr>
            <a:lvl2pPr>
              <a:defRPr sz="1950" b="0">
                <a:solidFill>
                  <a:srgbClr val="526672"/>
                </a:solidFill>
                <a:latin typeface="Arial"/>
                <a:ea typeface="Arial"/>
                <a:cs typeface="Arial"/>
              </a:defRPr>
            </a:lvl2pPr>
            <a:lvl3pPr>
              <a:defRPr sz="1950" b="0">
                <a:solidFill>
                  <a:srgbClr val="526672"/>
                </a:solidFill>
                <a:latin typeface="Arial"/>
                <a:ea typeface="Arial"/>
                <a:cs typeface="Arial"/>
              </a:defRPr>
            </a:lvl3pPr>
            <a:lvl4pPr>
              <a:defRPr sz="1950" b="0">
                <a:solidFill>
                  <a:srgbClr val="526672"/>
                </a:solidFill>
                <a:latin typeface="Arial"/>
                <a:ea typeface="Arial"/>
                <a:cs typeface="Arial"/>
              </a:defRPr>
            </a:lvl4pPr>
            <a:lvl5pPr>
              <a:defRPr sz="1950" b="0">
                <a:solidFill>
                  <a:srgbClr val="526672"/>
                </a:solidFill>
                <a:latin typeface="Arial"/>
                <a:ea typeface="Arial"/>
                <a:cs typeface="Arial"/>
              </a:defRPr>
            </a:lvl5pPr>
            <a:lvl6pPr>
              <a:defRPr sz="1950" b="0">
                <a:solidFill>
                  <a:srgbClr val="526672"/>
                </a:solidFill>
                <a:latin typeface="Arial"/>
                <a:ea typeface="Arial"/>
                <a:cs typeface="Arial"/>
              </a:defRPr>
            </a:lvl6pPr>
            <a:lvl7pPr>
              <a:defRPr sz="1950" b="0">
                <a:solidFill>
                  <a:srgbClr val="526672"/>
                </a:solidFill>
                <a:latin typeface="Arial"/>
                <a:ea typeface="Arial"/>
                <a:cs typeface="Arial"/>
              </a:defRPr>
            </a:lvl7pPr>
            <a:lvl8pPr>
              <a:defRPr sz="1950" b="0">
                <a:solidFill>
                  <a:srgbClr val="526672"/>
                </a:solidFill>
                <a:latin typeface="Arial"/>
                <a:ea typeface="Arial"/>
                <a:cs typeface="Arial"/>
              </a:defRPr>
            </a:lvl8pPr>
            <a:lvl9pPr>
              <a:defRPr sz="1950" b="0">
                <a:solidFill>
                  <a:srgbClr val="526672"/>
                </a:solidFill>
                <a:latin typeface="Arial"/>
                <a:ea typeface="Arial"/>
                <a:cs typeface="Arial"/>
              </a:defRPr>
            </a:lvl9pPr>
          </a:lstStyle>
          <a:p xmlns:a="http://schemas.openxmlformats.org/drawingml/2006/main">
            <a:pPr>
              <a:defRPr sz="1950" b="0">
                <a:solidFill>
                  <a:srgbClr val="526672"/>
                </a:solidFill>
                <a:latin typeface="Arial"/>
                <a:ea typeface="Arial"/>
                <a:cs typeface="Arial"/>
              </a:defRPr>
            </a:pPr>
            <a:r>
              <a:rPr sz="1950" b="0">
                <a:solidFill>
                  <a:srgbClr val="526672"/>
                </a:solidFill>
                <a:latin typeface="Arial"/>
                <a:ea typeface="Arial"/>
                <a:cs typeface="Arial"/>
              </a:rPr>
              <a:t>The helper keeps these details out of the main function.</a:t>
            </a:r>
          </a:p>
        </p:txBody>
      </p:sp>
    </p:spTree>
    <p:extLst>
      <p:ext uri="{BB962C8B-B14F-4D97-AF65-F5344CB8AC3E}">
        <p14:creationId xmlns:p14="http://schemas.microsoft.com/office/powerpoint/2010/main" val="1475458574"/>
      </p:ext>
    </p:extLst>
  </p:cSld>
</p:sld>
</file>

<file path=ppt/slides/slide10.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 name="chapter-label">
            <a:extLst xmlns:a="http://schemas.openxmlformats.org/drawingml/2006/main">
              <a:ext uri="{FF2B5EF4-FFF2-40B4-BE49-F238E27FC236}">
                <a16:creationId xmlns:a16="http://schemas.microsoft.com/office/drawing/2014/main" id="{9E055923-5379-411C-85CB-DF8952A8E7AB}"/>
              </a:ext>
            </a:extLst>
          </p:cNvPr>
          <p:cNvSpPr>
            <a:spLocks xmlns:a="http://schemas.openxmlformats.org/drawingml/2006/main" noGrp="1"/>
          </p:cNvSpPr>
          <p:nvPr/>
        </p:nvSpPr>
        <p:spPr>
          <a:xfrm xmlns:a="http://schemas.openxmlformats.org/drawingml/2006/main">
            <a:off x="685800" y="333375"/>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007D78"/>
                </a:solidFill>
                <a:latin typeface="Arial"/>
                <a:ea typeface="Arial"/>
                <a:cs typeface="Arial"/>
              </a:defRPr>
            </a:defPPr>
            <a:lvl1pPr>
              <a:defRPr sz="1275" b="1">
                <a:solidFill>
                  <a:srgbClr val="007D78"/>
                </a:solidFill>
                <a:latin typeface="Arial"/>
                <a:ea typeface="Arial"/>
                <a:cs typeface="Arial"/>
              </a:defRPr>
            </a:lvl1pPr>
            <a:lvl2pPr>
              <a:defRPr sz="1275" b="1">
                <a:solidFill>
                  <a:srgbClr val="007D78"/>
                </a:solidFill>
                <a:latin typeface="Arial"/>
                <a:ea typeface="Arial"/>
                <a:cs typeface="Arial"/>
              </a:defRPr>
            </a:lvl2pPr>
            <a:lvl3pPr>
              <a:defRPr sz="1275" b="1">
                <a:solidFill>
                  <a:srgbClr val="007D78"/>
                </a:solidFill>
                <a:latin typeface="Arial"/>
                <a:ea typeface="Arial"/>
                <a:cs typeface="Arial"/>
              </a:defRPr>
            </a:lvl3pPr>
            <a:lvl4pPr>
              <a:defRPr sz="1275" b="1">
                <a:solidFill>
                  <a:srgbClr val="007D78"/>
                </a:solidFill>
                <a:latin typeface="Arial"/>
                <a:ea typeface="Arial"/>
                <a:cs typeface="Arial"/>
              </a:defRPr>
            </a:lvl4pPr>
            <a:lvl5pPr>
              <a:defRPr sz="1275" b="1">
                <a:solidFill>
                  <a:srgbClr val="007D78"/>
                </a:solidFill>
                <a:latin typeface="Arial"/>
                <a:ea typeface="Arial"/>
                <a:cs typeface="Arial"/>
              </a:defRPr>
            </a:lvl5pPr>
            <a:lvl6pPr>
              <a:defRPr sz="1275" b="1">
                <a:solidFill>
                  <a:srgbClr val="007D78"/>
                </a:solidFill>
                <a:latin typeface="Arial"/>
                <a:ea typeface="Arial"/>
                <a:cs typeface="Arial"/>
              </a:defRPr>
            </a:lvl6pPr>
            <a:lvl7pPr>
              <a:defRPr sz="1275" b="1">
                <a:solidFill>
                  <a:srgbClr val="007D78"/>
                </a:solidFill>
                <a:latin typeface="Arial"/>
                <a:ea typeface="Arial"/>
                <a:cs typeface="Arial"/>
              </a:defRPr>
            </a:lvl7pPr>
            <a:lvl8pPr>
              <a:defRPr sz="1275" b="1">
                <a:solidFill>
                  <a:srgbClr val="007D78"/>
                </a:solidFill>
                <a:latin typeface="Arial"/>
                <a:ea typeface="Arial"/>
                <a:cs typeface="Arial"/>
              </a:defRPr>
            </a:lvl8pPr>
            <a:lvl9pPr>
              <a:defRPr sz="1275" b="1">
                <a:solidFill>
                  <a:srgbClr val="007D78"/>
                </a:solidFill>
                <a:latin typeface="Arial"/>
                <a:ea typeface="Arial"/>
                <a:cs typeface="Arial"/>
              </a:defRPr>
            </a:lvl9pPr>
          </a:lstStyle>
          <a:p xmlns:a="http://schemas.openxmlformats.org/drawingml/2006/main">
            <a:pPr>
              <a:defRPr sz="1275" b="1">
                <a:solidFill>
                  <a:srgbClr val="007D78"/>
                </a:solidFill>
                <a:latin typeface="Arial"/>
                <a:ea typeface="Arial"/>
                <a:cs typeface="Arial"/>
              </a:defRPr>
            </a:pPr>
            <a:r>
              <a:rPr sz="1275" b="1">
                <a:solidFill>
                  <a:srgbClr val="007D78"/>
                </a:solidFill>
                <a:latin typeface="Arial"/>
                <a:ea typeface="Arial"/>
                <a:cs typeface="Arial"/>
              </a:rPr>
              <a:t>CHAPTER 10</a:t>
            </a:r>
          </a:p>
        </p:txBody>
      </p:sp>
      <p:sp>
        <p:nvSpPr>
          <p:cNvPr id="3" name="slide-number">
            <a:extLst xmlns:a="http://schemas.openxmlformats.org/drawingml/2006/main">
              <a:ext uri="{FF2B5EF4-FFF2-40B4-BE49-F238E27FC236}">
                <a16:creationId xmlns:a16="http://schemas.microsoft.com/office/drawing/2014/main" id="{E2DF8B96-C0E9-45FF-8C4E-1999B38B3B90}"/>
              </a:ext>
            </a:extLst>
          </p:cNvPr>
          <p:cNvSpPr>
            <a:spLocks xmlns:a="http://schemas.openxmlformats.org/drawingml/2006/main" noGrp="1"/>
          </p:cNvSpPr>
          <p:nvPr/>
        </p:nvSpPr>
        <p:spPr>
          <a:xfrm xmlns:a="http://schemas.openxmlformats.org/drawingml/2006/main">
            <a:off x="10572750" y="6334125"/>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526672"/>
                </a:solidFill>
                <a:latin typeface="Arial"/>
                <a:ea typeface="Arial"/>
                <a:cs typeface="Arial"/>
              </a:defRPr>
            </a:defPPr>
            <a:lvl1pPr>
              <a:defRPr sz="1200" b="0">
                <a:solidFill>
                  <a:srgbClr val="526672"/>
                </a:solidFill>
                <a:latin typeface="Arial"/>
                <a:ea typeface="Arial"/>
                <a:cs typeface="Arial"/>
              </a:defRPr>
            </a:lvl1pPr>
            <a:lvl2pPr>
              <a:defRPr sz="1200" b="0">
                <a:solidFill>
                  <a:srgbClr val="526672"/>
                </a:solidFill>
                <a:latin typeface="Arial"/>
                <a:ea typeface="Arial"/>
                <a:cs typeface="Arial"/>
              </a:defRPr>
            </a:lvl2pPr>
            <a:lvl3pPr>
              <a:defRPr sz="1200" b="0">
                <a:solidFill>
                  <a:srgbClr val="526672"/>
                </a:solidFill>
                <a:latin typeface="Arial"/>
                <a:ea typeface="Arial"/>
                <a:cs typeface="Arial"/>
              </a:defRPr>
            </a:lvl3pPr>
            <a:lvl4pPr>
              <a:defRPr sz="1200" b="0">
                <a:solidFill>
                  <a:srgbClr val="526672"/>
                </a:solidFill>
                <a:latin typeface="Arial"/>
                <a:ea typeface="Arial"/>
                <a:cs typeface="Arial"/>
              </a:defRPr>
            </a:lvl4pPr>
            <a:lvl5pPr>
              <a:defRPr sz="1200" b="0">
                <a:solidFill>
                  <a:srgbClr val="526672"/>
                </a:solidFill>
                <a:latin typeface="Arial"/>
                <a:ea typeface="Arial"/>
                <a:cs typeface="Arial"/>
              </a:defRPr>
            </a:lvl5pPr>
            <a:lvl6pPr>
              <a:defRPr sz="1200" b="0">
                <a:solidFill>
                  <a:srgbClr val="526672"/>
                </a:solidFill>
                <a:latin typeface="Arial"/>
                <a:ea typeface="Arial"/>
                <a:cs typeface="Arial"/>
              </a:defRPr>
            </a:lvl6pPr>
            <a:lvl7pPr>
              <a:defRPr sz="1200" b="0">
                <a:solidFill>
                  <a:srgbClr val="526672"/>
                </a:solidFill>
                <a:latin typeface="Arial"/>
                <a:ea typeface="Arial"/>
                <a:cs typeface="Arial"/>
              </a:defRPr>
            </a:lvl7pPr>
            <a:lvl8pPr>
              <a:defRPr sz="1200" b="0">
                <a:solidFill>
                  <a:srgbClr val="526672"/>
                </a:solidFill>
                <a:latin typeface="Arial"/>
                <a:ea typeface="Arial"/>
                <a:cs typeface="Arial"/>
              </a:defRPr>
            </a:lvl8pPr>
            <a:lvl9pPr>
              <a:defRPr sz="1200" b="0">
                <a:solidFill>
                  <a:srgbClr val="526672"/>
                </a:solidFill>
                <a:latin typeface="Arial"/>
                <a:ea typeface="Arial"/>
                <a:cs typeface="Arial"/>
              </a:defRPr>
            </a:lvl9pPr>
          </a:lstStyle>
          <a:p xmlns:a="http://schemas.openxmlformats.org/drawingml/2006/main">
            <a:pPr>
              <a:defRPr sz="1200" b="0">
                <a:solidFill>
                  <a:srgbClr val="526672"/>
                </a:solidFill>
                <a:latin typeface="Arial"/>
                <a:ea typeface="Arial"/>
                <a:cs typeface="Arial"/>
              </a:defRPr>
            </a:pPr>
            <a:r>
              <a:rPr sz="1200" b="0">
                <a:solidFill>
                  <a:srgbClr val="526672"/>
                </a:solidFill>
                <a:latin typeface="Arial"/>
                <a:ea typeface="Arial"/>
                <a:cs typeface="Arial"/>
              </a:rPr>
              <a:t>10 / 10</a:t>
            </a:r>
          </a:p>
        </p:txBody>
      </p:sp>
      <p:sp>
        <p:nvSpPr>
          <p:cNvPr id="4" name="source">
            <a:extLst xmlns:a="http://schemas.openxmlformats.org/drawingml/2006/main">
              <a:ext uri="{FF2B5EF4-FFF2-40B4-BE49-F238E27FC236}">
                <a16:creationId xmlns:a16="http://schemas.microsoft.com/office/drawing/2014/main" id="{A43B10A8-5010-42C6-A210-C47C39F9AF01}"/>
              </a:ext>
            </a:extLst>
          </p:cNvPr>
          <p:cNvSpPr>
            <a:spLocks xmlns:a="http://schemas.openxmlformats.org/drawingml/2006/main" noGrp="1"/>
          </p:cNvSpPr>
          <p:nvPr/>
        </p:nvSpPr>
        <p:spPr>
          <a:xfrm xmlns:a="http://schemas.openxmlformats.org/drawingml/2006/main">
            <a:off x="685800" y="6334125"/>
            <a:ext cx="952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672"/>
                </a:solidFill>
                <a:latin typeface="Arial"/>
                <a:ea typeface="Arial"/>
                <a:cs typeface="Arial"/>
              </a:defRPr>
            </a:defPPr>
            <a:lvl1pPr>
              <a:defRPr sz="1125" b="0">
                <a:solidFill>
                  <a:srgbClr val="526672"/>
                </a:solidFill>
                <a:latin typeface="Arial"/>
                <a:ea typeface="Arial"/>
                <a:cs typeface="Arial"/>
              </a:defRPr>
            </a:lvl1pPr>
            <a:lvl2pPr>
              <a:defRPr sz="1125" b="0">
                <a:solidFill>
                  <a:srgbClr val="526672"/>
                </a:solidFill>
                <a:latin typeface="Arial"/>
                <a:ea typeface="Arial"/>
                <a:cs typeface="Arial"/>
              </a:defRPr>
            </a:lvl2pPr>
            <a:lvl3pPr>
              <a:defRPr sz="1125" b="0">
                <a:solidFill>
                  <a:srgbClr val="526672"/>
                </a:solidFill>
                <a:latin typeface="Arial"/>
                <a:ea typeface="Arial"/>
                <a:cs typeface="Arial"/>
              </a:defRPr>
            </a:lvl3pPr>
            <a:lvl4pPr>
              <a:defRPr sz="1125" b="0">
                <a:solidFill>
                  <a:srgbClr val="526672"/>
                </a:solidFill>
                <a:latin typeface="Arial"/>
                <a:ea typeface="Arial"/>
                <a:cs typeface="Arial"/>
              </a:defRPr>
            </a:lvl4pPr>
            <a:lvl5pPr>
              <a:defRPr sz="1125" b="0">
                <a:solidFill>
                  <a:srgbClr val="526672"/>
                </a:solidFill>
                <a:latin typeface="Arial"/>
                <a:ea typeface="Arial"/>
                <a:cs typeface="Arial"/>
              </a:defRPr>
            </a:lvl5pPr>
            <a:lvl6pPr>
              <a:defRPr sz="1125" b="0">
                <a:solidFill>
                  <a:srgbClr val="526672"/>
                </a:solidFill>
                <a:latin typeface="Arial"/>
                <a:ea typeface="Arial"/>
                <a:cs typeface="Arial"/>
              </a:defRPr>
            </a:lvl6pPr>
            <a:lvl7pPr>
              <a:defRPr sz="1125" b="0">
                <a:solidFill>
                  <a:srgbClr val="526672"/>
                </a:solidFill>
                <a:latin typeface="Arial"/>
                <a:ea typeface="Arial"/>
                <a:cs typeface="Arial"/>
              </a:defRPr>
            </a:lvl7pPr>
            <a:lvl8pPr>
              <a:defRPr sz="1125" b="0">
                <a:solidFill>
                  <a:srgbClr val="526672"/>
                </a:solidFill>
                <a:latin typeface="Arial"/>
                <a:ea typeface="Arial"/>
                <a:cs typeface="Arial"/>
              </a:defRPr>
            </a:lvl8pPr>
            <a:lvl9pPr>
              <a:defRPr sz="1125" b="0">
                <a:solidFill>
                  <a:srgbClr val="526672"/>
                </a:solidFill>
                <a:latin typeface="Arial"/>
                <a:ea typeface="Arial"/>
                <a:cs typeface="Arial"/>
              </a:defRPr>
            </a:lvl9pPr>
          </a:lstStyle>
          <a:p xmlns:a="http://schemas.openxmlformats.org/drawingml/2006/main">
            <a:pPr>
              <a:defRPr sz="1125" b="0">
                <a:solidFill>
                  <a:srgbClr val="526672"/>
                </a:solidFill>
                <a:latin typeface="Arial"/>
                <a:ea typeface="Arial"/>
                <a:cs typeface="Arial"/>
              </a:defRPr>
            </a:pPr>
            <a:r>
              <a:rPr sz="1125" b="0">
                <a:solidFill>
                  <a:srgbClr val="526672"/>
                </a:solidFill>
                <a:latin typeface="Arial"/>
                <a:ea typeface="Arial"/>
                <a:cs typeface="Arial"/>
              </a:rPr>
              <a:t>Boswell &amp; Foucher, Chapter 10, pp. 117–118</a:t>
            </a:r>
          </a:p>
        </p:txBody>
      </p:sp>
      <p:sp>
        <p:nvSpPr>
          <p:cNvPr id="5" name="title">
            <a:extLst xmlns:a="http://schemas.openxmlformats.org/drawingml/2006/main">
              <a:ext uri="{FF2B5EF4-FFF2-40B4-BE49-F238E27FC236}">
                <a16:creationId xmlns:a16="http://schemas.microsoft.com/office/drawing/2014/main" id="{09884441-AD8D-40A0-A816-56B99BFC331F}"/>
              </a:ext>
            </a:extLst>
          </p:cNvPr>
          <p:cNvSpPr>
            <a:spLocks xmlns:a="http://schemas.openxmlformats.org/drawingml/2006/main" noGrp="1"/>
          </p:cNvSpPr>
          <p:nvPr/>
        </p:nvSpPr>
        <p:spPr>
          <a:xfrm xmlns:a="http://schemas.openxmlformats.org/drawingml/2006/main">
            <a:off x="685800" y="876300"/>
            <a:ext cx="108204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42B3B"/>
                </a:solidFill>
                <a:latin typeface="Arial"/>
                <a:ea typeface="Arial"/>
                <a:cs typeface="Arial"/>
              </a:defRPr>
            </a:defPPr>
            <a:lvl1pPr>
              <a:defRPr sz="3150" b="1">
                <a:solidFill>
                  <a:srgbClr val="142B3B"/>
                </a:solidFill>
                <a:latin typeface="Arial"/>
                <a:ea typeface="Arial"/>
                <a:cs typeface="Arial"/>
              </a:defRPr>
            </a:lvl1pPr>
            <a:lvl2pPr>
              <a:defRPr sz="3150" b="1">
                <a:solidFill>
                  <a:srgbClr val="142B3B"/>
                </a:solidFill>
                <a:latin typeface="Arial"/>
                <a:ea typeface="Arial"/>
                <a:cs typeface="Arial"/>
              </a:defRPr>
            </a:lvl2pPr>
            <a:lvl3pPr>
              <a:defRPr sz="3150" b="1">
                <a:solidFill>
                  <a:srgbClr val="142B3B"/>
                </a:solidFill>
                <a:latin typeface="Arial"/>
                <a:ea typeface="Arial"/>
                <a:cs typeface="Arial"/>
              </a:defRPr>
            </a:lvl3pPr>
            <a:lvl4pPr>
              <a:defRPr sz="3150" b="1">
                <a:solidFill>
                  <a:srgbClr val="142B3B"/>
                </a:solidFill>
                <a:latin typeface="Arial"/>
                <a:ea typeface="Arial"/>
                <a:cs typeface="Arial"/>
              </a:defRPr>
            </a:lvl4pPr>
            <a:lvl5pPr>
              <a:defRPr sz="3150" b="1">
                <a:solidFill>
                  <a:srgbClr val="142B3B"/>
                </a:solidFill>
                <a:latin typeface="Arial"/>
                <a:ea typeface="Arial"/>
                <a:cs typeface="Arial"/>
              </a:defRPr>
            </a:lvl5pPr>
            <a:lvl6pPr>
              <a:defRPr sz="3150" b="1">
                <a:solidFill>
                  <a:srgbClr val="142B3B"/>
                </a:solidFill>
                <a:latin typeface="Arial"/>
                <a:ea typeface="Arial"/>
                <a:cs typeface="Arial"/>
              </a:defRPr>
            </a:lvl6pPr>
            <a:lvl7pPr>
              <a:defRPr sz="3150" b="1">
                <a:solidFill>
                  <a:srgbClr val="142B3B"/>
                </a:solidFill>
                <a:latin typeface="Arial"/>
                <a:ea typeface="Arial"/>
                <a:cs typeface="Arial"/>
              </a:defRPr>
            </a:lvl7pPr>
            <a:lvl8pPr>
              <a:defRPr sz="3150" b="1">
                <a:solidFill>
                  <a:srgbClr val="142B3B"/>
                </a:solidFill>
                <a:latin typeface="Arial"/>
                <a:ea typeface="Arial"/>
                <a:cs typeface="Arial"/>
              </a:defRPr>
            </a:lvl8pPr>
            <a:lvl9pPr>
              <a:defRPr sz="3150" b="1">
                <a:solidFill>
                  <a:srgbClr val="142B3B"/>
                </a:solidFill>
                <a:latin typeface="Arial"/>
                <a:ea typeface="Arial"/>
                <a:cs typeface="Arial"/>
              </a:defRPr>
            </a:lvl9pPr>
          </a:lstStyle>
          <a:p xmlns:a="http://schemas.openxmlformats.org/drawingml/2006/main">
            <a:pPr>
              <a:defRPr sz="3150" b="1">
                <a:solidFill>
                  <a:srgbClr val="142B3B"/>
                </a:solidFill>
                <a:latin typeface="Arial"/>
                <a:ea typeface="Arial"/>
                <a:cs typeface="Arial"/>
              </a:defRPr>
            </a:pPr>
            <a:r>
              <a:rPr sz="3150" b="1">
                <a:solidFill>
                  <a:srgbClr val="142B3B"/>
                </a:solidFill>
                <a:latin typeface="Arial"/>
                <a:ea typeface="Arial"/>
                <a:cs typeface="Arial"/>
              </a:rPr>
              <a:t>When extraction goes too far</a:t>
            </a:r>
          </a:p>
        </p:txBody>
      </p:sp>
      <p:sp>
        <p:nvSpPr>
          <p:cNvPr id="6" name="body">
            <a:extLst xmlns:a="http://schemas.openxmlformats.org/drawingml/2006/main">
              <a:ext uri="{FF2B5EF4-FFF2-40B4-BE49-F238E27FC236}">
                <a16:creationId xmlns:a16="http://schemas.microsoft.com/office/drawing/2014/main" id="{F1C5F97E-58A3-4128-B86B-17D6C066AEE7}"/>
              </a:ext>
            </a:extLst>
          </p:cNvPr>
          <p:cNvSpPr>
            <a:spLocks xmlns:a="http://schemas.openxmlformats.org/drawingml/2006/main" noGrp="1"/>
          </p:cNvSpPr>
          <p:nvPr/>
        </p:nvSpPr>
        <p:spPr>
          <a:xfrm xmlns:a="http://schemas.openxmlformats.org/drawingml/2006/main">
            <a:off x="685800" y="190500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42B3B"/>
                </a:solidFill>
                <a:latin typeface="Arial"/>
                <a:ea typeface="Arial"/>
                <a:cs typeface="Arial"/>
              </a:defRPr>
            </a:defPPr>
            <a:lvl1pPr>
              <a:defRPr sz="2250" b="0">
                <a:solidFill>
                  <a:srgbClr val="142B3B"/>
                </a:solidFill>
                <a:latin typeface="Arial"/>
                <a:ea typeface="Arial"/>
                <a:cs typeface="Arial"/>
              </a:defRPr>
            </a:lvl1pPr>
            <a:lvl2pPr>
              <a:defRPr sz="2250" b="0">
                <a:solidFill>
                  <a:srgbClr val="142B3B"/>
                </a:solidFill>
                <a:latin typeface="Arial"/>
                <a:ea typeface="Arial"/>
                <a:cs typeface="Arial"/>
              </a:defRPr>
            </a:lvl2pPr>
            <a:lvl3pPr>
              <a:defRPr sz="2250" b="0">
                <a:solidFill>
                  <a:srgbClr val="142B3B"/>
                </a:solidFill>
                <a:latin typeface="Arial"/>
                <a:ea typeface="Arial"/>
                <a:cs typeface="Arial"/>
              </a:defRPr>
            </a:lvl3pPr>
            <a:lvl4pPr>
              <a:defRPr sz="2250" b="0">
                <a:solidFill>
                  <a:srgbClr val="142B3B"/>
                </a:solidFill>
                <a:latin typeface="Arial"/>
                <a:ea typeface="Arial"/>
                <a:cs typeface="Arial"/>
              </a:defRPr>
            </a:lvl4pPr>
            <a:lvl5pPr>
              <a:defRPr sz="2250" b="0">
                <a:solidFill>
                  <a:srgbClr val="142B3B"/>
                </a:solidFill>
                <a:latin typeface="Arial"/>
                <a:ea typeface="Arial"/>
                <a:cs typeface="Arial"/>
              </a:defRPr>
            </a:lvl5pPr>
            <a:lvl6pPr>
              <a:defRPr sz="2250" b="0">
                <a:solidFill>
                  <a:srgbClr val="142B3B"/>
                </a:solidFill>
                <a:latin typeface="Arial"/>
                <a:ea typeface="Arial"/>
                <a:cs typeface="Arial"/>
              </a:defRPr>
            </a:lvl6pPr>
            <a:lvl7pPr>
              <a:defRPr sz="2250" b="0">
                <a:solidFill>
                  <a:srgbClr val="142B3B"/>
                </a:solidFill>
                <a:latin typeface="Arial"/>
                <a:ea typeface="Arial"/>
                <a:cs typeface="Arial"/>
              </a:defRPr>
            </a:lvl7pPr>
            <a:lvl8pPr>
              <a:defRPr sz="2250" b="0">
                <a:solidFill>
                  <a:srgbClr val="142B3B"/>
                </a:solidFill>
                <a:latin typeface="Arial"/>
                <a:ea typeface="Arial"/>
                <a:cs typeface="Arial"/>
              </a:defRPr>
            </a:lvl8pPr>
            <a:lvl9pPr>
              <a:defRPr sz="2250" b="0">
                <a:solidFill>
                  <a:srgbClr val="142B3B"/>
                </a:solidFill>
                <a:latin typeface="Arial"/>
                <a:ea typeface="Arial"/>
                <a:cs typeface="Arial"/>
              </a:defRPr>
            </a:lvl9pPr>
          </a:lstStyle>
          <a:p xmlns:a="http://schemas.openxmlformats.org/drawingml/2006/main">
            <a:pPr>
              <a:defRPr sz="2250" b="0">
                <a:solidFill>
                  <a:srgbClr val="142B3B"/>
                </a:solidFill>
                <a:latin typeface="Arial"/>
                <a:ea typeface="Arial"/>
                <a:cs typeface="Arial"/>
              </a:defRPr>
            </a:pPr>
            <a:r>
              <a:rPr sz="2250" b="0">
                <a:solidFill>
                  <a:srgbClr val="142B3B"/>
                </a:solidFill>
                <a:latin typeface="Arial"/>
                <a:ea typeface="Arial"/>
                <a:cs typeface="Arial"/>
              </a:rPr>
              <a:t>Too many tiny helpers can make readers jump between functions.</a:t>
            </a:r>
          </a:p>
        </p:txBody>
      </p:sp>
      <p:sp>
        <p:nvSpPr>
          <p:cNvPr id="7" name="label-0">
            <a:extLst xmlns:a="http://schemas.openxmlformats.org/drawingml/2006/main">
              <a:ext uri="{FF2B5EF4-FFF2-40B4-BE49-F238E27FC236}">
                <a16:creationId xmlns:a16="http://schemas.microsoft.com/office/drawing/2014/main" id="{D900382D-EB44-46DC-B3CD-9C5161E49D54}"/>
              </a:ext>
            </a:extLst>
          </p:cNvPr>
          <p:cNvSpPr>
            <a:spLocks xmlns:a="http://schemas.openxmlformats.org/drawingml/2006/main" noGrp="1"/>
          </p:cNvSpPr>
          <p:nvPr/>
        </p:nvSpPr>
        <p:spPr>
          <a:xfrm xmlns:a="http://schemas.openxmlformats.org/drawingml/2006/main">
            <a:off x="685800" y="2857500"/>
            <a:ext cx="3095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007D78"/>
                </a:solidFill>
                <a:latin typeface="Arial"/>
                <a:ea typeface="Arial"/>
                <a:cs typeface="Arial"/>
              </a:defRPr>
            </a:defPPr>
            <a:lvl1pPr>
              <a:defRPr sz="2100" b="1">
                <a:solidFill>
                  <a:srgbClr val="007D78"/>
                </a:solidFill>
                <a:latin typeface="Arial"/>
                <a:ea typeface="Arial"/>
                <a:cs typeface="Arial"/>
              </a:defRPr>
            </a:lvl1pPr>
            <a:lvl2pPr>
              <a:defRPr sz="2100" b="1">
                <a:solidFill>
                  <a:srgbClr val="007D78"/>
                </a:solidFill>
                <a:latin typeface="Arial"/>
                <a:ea typeface="Arial"/>
                <a:cs typeface="Arial"/>
              </a:defRPr>
            </a:lvl2pPr>
            <a:lvl3pPr>
              <a:defRPr sz="2100" b="1">
                <a:solidFill>
                  <a:srgbClr val="007D78"/>
                </a:solidFill>
                <a:latin typeface="Arial"/>
                <a:ea typeface="Arial"/>
                <a:cs typeface="Arial"/>
              </a:defRPr>
            </a:lvl3pPr>
            <a:lvl4pPr>
              <a:defRPr sz="2100" b="1">
                <a:solidFill>
                  <a:srgbClr val="007D78"/>
                </a:solidFill>
                <a:latin typeface="Arial"/>
                <a:ea typeface="Arial"/>
                <a:cs typeface="Arial"/>
              </a:defRPr>
            </a:lvl4pPr>
            <a:lvl5pPr>
              <a:defRPr sz="2100" b="1">
                <a:solidFill>
                  <a:srgbClr val="007D78"/>
                </a:solidFill>
                <a:latin typeface="Arial"/>
                <a:ea typeface="Arial"/>
                <a:cs typeface="Arial"/>
              </a:defRPr>
            </a:lvl5pPr>
            <a:lvl6pPr>
              <a:defRPr sz="2100" b="1">
                <a:solidFill>
                  <a:srgbClr val="007D78"/>
                </a:solidFill>
                <a:latin typeface="Arial"/>
                <a:ea typeface="Arial"/>
                <a:cs typeface="Arial"/>
              </a:defRPr>
            </a:lvl6pPr>
            <a:lvl7pPr>
              <a:defRPr sz="2100" b="1">
                <a:solidFill>
                  <a:srgbClr val="007D78"/>
                </a:solidFill>
                <a:latin typeface="Arial"/>
                <a:ea typeface="Arial"/>
                <a:cs typeface="Arial"/>
              </a:defRPr>
            </a:lvl7pPr>
            <a:lvl8pPr>
              <a:defRPr sz="2100" b="1">
                <a:solidFill>
                  <a:srgbClr val="007D78"/>
                </a:solidFill>
                <a:latin typeface="Arial"/>
                <a:ea typeface="Arial"/>
                <a:cs typeface="Arial"/>
              </a:defRPr>
            </a:lvl8pPr>
            <a:lvl9pPr>
              <a:defRPr sz="2100" b="1">
                <a:solidFill>
                  <a:srgbClr val="007D78"/>
                </a:solidFill>
                <a:latin typeface="Arial"/>
                <a:ea typeface="Arial"/>
                <a:cs typeface="Arial"/>
              </a:defRPr>
            </a:lvl9pPr>
          </a:lstStyle>
          <a:p xmlns:a="http://schemas.openxmlformats.org/drawingml/2006/main">
            <a:pPr>
              <a:defRPr sz="2100" b="1">
                <a:solidFill>
                  <a:srgbClr val="007D78"/>
                </a:solidFill>
                <a:latin typeface="Arial"/>
                <a:ea typeface="Arial"/>
                <a:cs typeface="Arial"/>
              </a:defRPr>
            </a:pPr>
            <a:r>
              <a:rPr sz="2100" b="1">
                <a:solidFill>
                  <a:srgbClr val="007D78"/>
                </a:solidFill>
                <a:latin typeface="Arial"/>
                <a:ea typeface="Arial"/>
                <a:cs typeface="Arial"/>
              </a:rPr>
              <a:t>Useful extraction</a:t>
            </a:r>
          </a:p>
        </p:txBody>
      </p:sp>
      <p:sp>
        <p:nvSpPr>
          <p:cNvPr id="8" name="detail-0">
            <a:extLst xmlns:a="http://schemas.openxmlformats.org/drawingml/2006/main">
              <a:ext uri="{FF2B5EF4-FFF2-40B4-BE49-F238E27FC236}">
                <a16:creationId xmlns:a16="http://schemas.microsoft.com/office/drawing/2014/main" id="{E4043377-B451-4C7E-9D62-0B3A90BDBF33}"/>
              </a:ext>
            </a:extLst>
          </p:cNvPr>
          <p:cNvSpPr>
            <a:spLocks xmlns:a="http://schemas.openxmlformats.org/drawingml/2006/main" noGrp="1"/>
          </p:cNvSpPr>
          <p:nvPr/>
        </p:nvSpPr>
        <p:spPr>
          <a:xfrm xmlns:a="http://schemas.openxmlformats.org/drawingml/2006/main">
            <a:off x="3905250" y="2857500"/>
            <a:ext cx="7429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42B3B"/>
                </a:solidFill>
                <a:latin typeface="Arial"/>
                <a:ea typeface="Arial"/>
                <a:cs typeface="Arial"/>
              </a:defRPr>
            </a:defPPr>
            <a:lvl1pPr>
              <a:defRPr sz="2100" b="0">
                <a:solidFill>
                  <a:srgbClr val="142B3B"/>
                </a:solidFill>
                <a:latin typeface="Arial"/>
                <a:ea typeface="Arial"/>
                <a:cs typeface="Arial"/>
              </a:defRPr>
            </a:lvl1pPr>
            <a:lvl2pPr>
              <a:defRPr sz="2100" b="0">
                <a:solidFill>
                  <a:srgbClr val="142B3B"/>
                </a:solidFill>
                <a:latin typeface="Arial"/>
                <a:ea typeface="Arial"/>
                <a:cs typeface="Arial"/>
              </a:defRPr>
            </a:lvl2pPr>
            <a:lvl3pPr>
              <a:defRPr sz="2100" b="0">
                <a:solidFill>
                  <a:srgbClr val="142B3B"/>
                </a:solidFill>
                <a:latin typeface="Arial"/>
                <a:ea typeface="Arial"/>
                <a:cs typeface="Arial"/>
              </a:defRPr>
            </a:lvl3pPr>
            <a:lvl4pPr>
              <a:defRPr sz="2100" b="0">
                <a:solidFill>
                  <a:srgbClr val="142B3B"/>
                </a:solidFill>
                <a:latin typeface="Arial"/>
                <a:ea typeface="Arial"/>
                <a:cs typeface="Arial"/>
              </a:defRPr>
            </a:lvl4pPr>
            <a:lvl5pPr>
              <a:defRPr sz="2100" b="0">
                <a:solidFill>
                  <a:srgbClr val="142B3B"/>
                </a:solidFill>
                <a:latin typeface="Arial"/>
                <a:ea typeface="Arial"/>
                <a:cs typeface="Arial"/>
              </a:defRPr>
            </a:lvl5pPr>
            <a:lvl6pPr>
              <a:defRPr sz="2100" b="0">
                <a:solidFill>
                  <a:srgbClr val="142B3B"/>
                </a:solidFill>
                <a:latin typeface="Arial"/>
                <a:ea typeface="Arial"/>
                <a:cs typeface="Arial"/>
              </a:defRPr>
            </a:lvl6pPr>
            <a:lvl7pPr>
              <a:defRPr sz="2100" b="0">
                <a:solidFill>
                  <a:srgbClr val="142B3B"/>
                </a:solidFill>
                <a:latin typeface="Arial"/>
                <a:ea typeface="Arial"/>
                <a:cs typeface="Arial"/>
              </a:defRPr>
            </a:lvl7pPr>
            <a:lvl8pPr>
              <a:defRPr sz="2100" b="0">
                <a:solidFill>
                  <a:srgbClr val="142B3B"/>
                </a:solidFill>
                <a:latin typeface="Arial"/>
                <a:ea typeface="Arial"/>
                <a:cs typeface="Arial"/>
              </a:defRPr>
            </a:lvl8pPr>
            <a:lvl9pPr>
              <a:defRPr sz="2100" b="0">
                <a:solidFill>
                  <a:srgbClr val="142B3B"/>
                </a:solidFill>
                <a:latin typeface="Arial"/>
                <a:ea typeface="Arial"/>
                <a:cs typeface="Arial"/>
              </a:defRPr>
            </a:lvl9pPr>
          </a:lstStyle>
          <a:p xmlns:a="http://schemas.openxmlformats.org/drawingml/2006/main">
            <a:pPr>
              <a:defRPr sz="2100" b="0">
                <a:solidFill>
                  <a:srgbClr val="142B3B"/>
                </a:solidFill>
                <a:latin typeface="Arial"/>
                <a:ea typeface="Arial"/>
                <a:cs typeface="Arial"/>
              </a:defRPr>
            </a:pPr>
            <a:r>
              <a:rPr sz="2100" b="0">
                <a:solidFill>
                  <a:srgbClr val="142B3B"/>
                </a:solidFill>
                <a:latin typeface="Arial"/>
                <a:ea typeface="Arial"/>
                <a:cs typeface="Arial"/>
              </a:rPr>
              <a:t>A named helper makes a separate task easier to understand.</a:t>
            </a:r>
          </a:p>
        </p:txBody>
      </p:sp>
      <p:sp>
        <p:nvSpPr>
          <p:cNvPr id="9" name="label-1">
            <a:extLst xmlns:a="http://schemas.openxmlformats.org/drawingml/2006/main">
              <a:ext uri="{FF2B5EF4-FFF2-40B4-BE49-F238E27FC236}">
                <a16:creationId xmlns:a16="http://schemas.microsoft.com/office/drawing/2014/main" id="{B8A9116B-46AA-48C0-8C12-CC5690AE880A}"/>
              </a:ext>
            </a:extLst>
          </p:cNvPr>
          <p:cNvSpPr>
            <a:spLocks xmlns:a="http://schemas.openxmlformats.org/drawingml/2006/main" noGrp="1"/>
          </p:cNvSpPr>
          <p:nvPr/>
        </p:nvSpPr>
        <p:spPr>
          <a:xfrm xmlns:a="http://schemas.openxmlformats.org/drawingml/2006/main">
            <a:off x="685800" y="3952875"/>
            <a:ext cx="3095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007D78"/>
                </a:solidFill>
                <a:latin typeface="Arial"/>
                <a:ea typeface="Arial"/>
                <a:cs typeface="Arial"/>
              </a:defRPr>
            </a:defPPr>
            <a:lvl1pPr>
              <a:defRPr sz="2100" b="1">
                <a:solidFill>
                  <a:srgbClr val="007D78"/>
                </a:solidFill>
                <a:latin typeface="Arial"/>
                <a:ea typeface="Arial"/>
                <a:cs typeface="Arial"/>
              </a:defRPr>
            </a:lvl1pPr>
            <a:lvl2pPr>
              <a:defRPr sz="2100" b="1">
                <a:solidFill>
                  <a:srgbClr val="007D78"/>
                </a:solidFill>
                <a:latin typeface="Arial"/>
                <a:ea typeface="Arial"/>
                <a:cs typeface="Arial"/>
              </a:defRPr>
            </a:lvl2pPr>
            <a:lvl3pPr>
              <a:defRPr sz="2100" b="1">
                <a:solidFill>
                  <a:srgbClr val="007D78"/>
                </a:solidFill>
                <a:latin typeface="Arial"/>
                <a:ea typeface="Arial"/>
                <a:cs typeface="Arial"/>
              </a:defRPr>
            </a:lvl3pPr>
            <a:lvl4pPr>
              <a:defRPr sz="2100" b="1">
                <a:solidFill>
                  <a:srgbClr val="007D78"/>
                </a:solidFill>
                <a:latin typeface="Arial"/>
                <a:ea typeface="Arial"/>
                <a:cs typeface="Arial"/>
              </a:defRPr>
            </a:lvl4pPr>
            <a:lvl5pPr>
              <a:defRPr sz="2100" b="1">
                <a:solidFill>
                  <a:srgbClr val="007D78"/>
                </a:solidFill>
                <a:latin typeface="Arial"/>
                <a:ea typeface="Arial"/>
                <a:cs typeface="Arial"/>
              </a:defRPr>
            </a:lvl5pPr>
            <a:lvl6pPr>
              <a:defRPr sz="2100" b="1">
                <a:solidFill>
                  <a:srgbClr val="007D78"/>
                </a:solidFill>
                <a:latin typeface="Arial"/>
                <a:ea typeface="Arial"/>
                <a:cs typeface="Arial"/>
              </a:defRPr>
            </a:lvl6pPr>
            <a:lvl7pPr>
              <a:defRPr sz="2100" b="1">
                <a:solidFill>
                  <a:srgbClr val="007D78"/>
                </a:solidFill>
                <a:latin typeface="Arial"/>
                <a:ea typeface="Arial"/>
                <a:cs typeface="Arial"/>
              </a:defRPr>
            </a:lvl7pPr>
            <a:lvl8pPr>
              <a:defRPr sz="2100" b="1">
                <a:solidFill>
                  <a:srgbClr val="007D78"/>
                </a:solidFill>
                <a:latin typeface="Arial"/>
                <a:ea typeface="Arial"/>
                <a:cs typeface="Arial"/>
              </a:defRPr>
            </a:lvl8pPr>
            <a:lvl9pPr>
              <a:defRPr sz="2100" b="1">
                <a:solidFill>
                  <a:srgbClr val="007D78"/>
                </a:solidFill>
                <a:latin typeface="Arial"/>
                <a:ea typeface="Arial"/>
                <a:cs typeface="Arial"/>
              </a:defRPr>
            </a:lvl9pPr>
          </a:lstStyle>
          <a:p xmlns:a="http://schemas.openxmlformats.org/drawingml/2006/main">
            <a:pPr>
              <a:defRPr sz="2100" b="1">
                <a:solidFill>
                  <a:srgbClr val="007D78"/>
                </a:solidFill>
                <a:latin typeface="Arial"/>
                <a:ea typeface="Arial"/>
                <a:cs typeface="Arial"/>
              </a:defRPr>
            </a:pPr>
            <a:r>
              <a:rPr sz="2100" b="1">
                <a:solidFill>
                  <a:srgbClr val="007D78"/>
                </a:solidFill>
                <a:latin typeface="Arial"/>
                <a:ea typeface="Arial"/>
                <a:cs typeface="Arial"/>
              </a:rPr>
              <a:t>Too much extraction</a:t>
            </a:r>
          </a:p>
        </p:txBody>
      </p:sp>
      <p:sp>
        <p:nvSpPr>
          <p:cNvPr id="10" name="detail-1">
            <a:extLst xmlns:a="http://schemas.openxmlformats.org/drawingml/2006/main">
              <a:ext uri="{FF2B5EF4-FFF2-40B4-BE49-F238E27FC236}">
                <a16:creationId xmlns:a16="http://schemas.microsoft.com/office/drawing/2014/main" id="{3F50A652-394D-477B-86BE-22B7FF774A85}"/>
              </a:ext>
            </a:extLst>
          </p:cNvPr>
          <p:cNvSpPr>
            <a:spLocks xmlns:a="http://schemas.openxmlformats.org/drawingml/2006/main" noGrp="1"/>
          </p:cNvSpPr>
          <p:nvPr/>
        </p:nvSpPr>
        <p:spPr>
          <a:xfrm xmlns:a="http://schemas.openxmlformats.org/drawingml/2006/main">
            <a:off x="3905250" y="3952875"/>
            <a:ext cx="7429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42B3B"/>
                </a:solidFill>
                <a:latin typeface="Arial"/>
                <a:ea typeface="Arial"/>
                <a:cs typeface="Arial"/>
              </a:defRPr>
            </a:defPPr>
            <a:lvl1pPr>
              <a:defRPr sz="2100" b="0">
                <a:solidFill>
                  <a:srgbClr val="142B3B"/>
                </a:solidFill>
                <a:latin typeface="Arial"/>
                <a:ea typeface="Arial"/>
                <a:cs typeface="Arial"/>
              </a:defRPr>
            </a:lvl1pPr>
            <a:lvl2pPr>
              <a:defRPr sz="2100" b="0">
                <a:solidFill>
                  <a:srgbClr val="142B3B"/>
                </a:solidFill>
                <a:latin typeface="Arial"/>
                <a:ea typeface="Arial"/>
                <a:cs typeface="Arial"/>
              </a:defRPr>
            </a:lvl2pPr>
            <a:lvl3pPr>
              <a:defRPr sz="2100" b="0">
                <a:solidFill>
                  <a:srgbClr val="142B3B"/>
                </a:solidFill>
                <a:latin typeface="Arial"/>
                <a:ea typeface="Arial"/>
                <a:cs typeface="Arial"/>
              </a:defRPr>
            </a:lvl3pPr>
            <a:lvl4pPr>
              <a:defRPr sz="2100" b="0">
                <a:solidFill>
                  <a:srgbClr val="142B3B"/>
                </a:solidFill>
                <a:latin typeface="Arial"/>
                <a:ea typeface="Arial"/>
                <a:cs typeface="Arial"/>
              </a:defRPr>
            </a:lvl4pPr>
            <a:lvl5pPr>
              <a:defRPr sz="2100" b="0">
                <a:solidFill>
                  <a:srgbClr val="142B3B"/>
                </a:solidFill>
                <a:latin typeface="Arial"/>
                <a:ea typeface="Arial"/>
                <a:cs typeface="Arial"/>
              </a:defRPr>
            </a:lvl5pPr>
            <a:lvl6pPr>
              <a:defRPr sz="2100" b="0">
                <a:solidFill>
                  <a:srgbClr val="142B3B"/>
                </a:solidFill>
                <a:latin typeface="Arial"/>
                <a:ea typeface="Arial"/>
                <a:cs typeface="Arial"/>
              </a:defRPr>
            </a:lvl6pPr>
            <a:lvl7pPr>
              <a:defRPr sz="2100" b="0">
                <a:solidFill>
                  <a:srgbClr val="142B3B"/>
                </a:solidFill>
                <a:latin typeface="Arial"/>
                <a:ea typeface="Arial"/>
                <a:cs typeface="Arial"/>
              </a:defRPr>
            </a:lvl7pPr>
            <a:lvl8pPr>
              <a:defRPr sz="2100" b="0">
                <a:solidFill>
                  <a:srgbClr val="142B3B"/>
                </a:solidFill>
                <a:latin typeface="Arial"/>
                <a:ea typeface="Arial"/>
                <a:cs typeface="Arial"/>
              </a:defRPr>
            </a:lvl8pPr>
            <a:lvl9pPr>
              <a:defRPr sz="2100" b="0">
                <a:solidFill>
                  <a:srgbClr val="142B3B"/>
                </a:solidFill>
                <a:latin typeface="Arial"/>
                <a:ea typeface="Arial"/>
                <a:cs typeface="Arial"/>
              </a:defRPr>
            </a:lvl9pPr>
          </a:lstStyle>
          <a:p xmlns:a="http://schemas.openxmlformats.org/drawingml/2006/main">
            <a:pPr>
              <a:defRPr sz="2100" b="0">
                <a:solidFill>
                  <a:srgbClr val="142B3B"/>
                </a:solidFill>
                <a:latin typeface="Arial"/>
                <a:ea typeface="Arial"/>
                <a:cs typeface="Arial"/>
              </a:defRPr>
            </a:pPr>
            <a:r>
              <a:rPr sz="2100" b="0">
                <a:solidFill>
                  <a:srgbClr val="142B3B"/>
                </a:solidFill>
                <a:latin typeface="Arial"/>
                <a:ea typeface="Arial"/>
                <a:cs typeface="Arial"/>
              </a:rPr>
              <a:t>Extra layers add names without making the task clearer.</a:t>
            </a:r>
          </a:p>
        </p:txBody>
      </p:sp>
      <p:sp>
        <p:nvSpPr>
          <p:cNvPr id="11" name="takeaway">
            <a:extLst xmlns:a="http://schemas.openxmlformats.org/drawingml/2006/main">
              <a:ext uri="{FF2B5EF4-FFF2-40B4-BE49-F238E27FC236}">
                <a16:creationId xmlns:a16="http://schemas.microsoft.com/office/drawing/2014/main" id="{7E9F67E5-487A-4F8A-B034-C0E7B89753FE}"/>
              </a:ext>
            </a:extLst>
          </p:cNvPr>
          <p:cNvSpPr>
            <a:spLocks xmlns:a="http://schemas.openxmlformats.org/drawingml/2006/main" noGrp="1"/>
          </p:cNvSpPr>
          <p:nvPr/>
        </p:nvSpPr>
        <p:spPr>
          <a:xfrm xmlns:a="http://schemas.openxmlformats.org/drawingml/2006/main">
            <a:off x="685800" y="5524500"/>
            <a:ext cx="10820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526672"/>
                </a:solidFill>
                <a:latin typeface="Arial"/>
                <a:ea typeface="Arial"/>
                <a:cs typeface="Arial"/>
              </a:defRPr>
            </a:defPPr>
            <a:lvl1pPr>
              <a:defRPr sz="1950" b="0">
                <a:solidFill>
                  <a:srgbClr val="526672"/>
                </a:solidFill>
                <a:latin typeface="Arial"/>
                <a:ea typeface="Arial"/>
                <a:cs typeface="Arial"/>
              </a:defRPr>
            </a:lvl1pPr>
            <a:lvl2pPr>
              <a:defRPr sz="1950" b="0">
                <a:solidFill>
                  <a:srgbClr val="526672"/>
                </a:solidFill>
                <a:latin typeface="Arial"/>
                <a:ea typeface="Arial"/>
                <a:cs typeface="Arial"/>
              </a:defRPr>
            </a:lvl2pPr>
            <a:lvl3pPr>
              <a:defRPr sz="1950" b="0">
                <a:solidFill>
                  <a:srgbClr val="526672"/>
                </a:solidFill>
                <a:latin typeface="Arial"/>
                <a:ea typeface="Arial"/>
                <a:cs typeface="Arial"/>
              </a:defRPr>
            </a:lvl3pPr>
            <a:lvl4pPr>
              <a:defRPr sz="1950" b="0">
                <a:solidFill>
                  <a:srgbClr val="526672"/>
                </a:solidFill>
                <a:latin typeface="Arial"/>
                <a:ea typeface="Arial"/>
                <a:cs typeface="Arial"/>
              </a:defRPr>
            </a:lvl4pPr>
            <a:lvl5pPr>
              <a:defRPr sz="1950" b="0">
                <a:solidFill>
                  <a:srgbClr val="526672"/>
                </a:solidFill>
                <a:latin typeface="Arial"/>
                <a:ea typeface="Arial"/>
                <a:cs typeface="Arial"/>
              </a:defRPr>
            </a:lvl5pPr>
            <a:lvl6pPr>
              <a:defRPr sz="1950" b="0">
                <a:solidFill>
                  <a:srgbClr val="526672"/>
                </a:solidFill>
                <a:latin typeface="Arial"/>
                <a:ea typeface="Arial"/>
                <a:cs typeface="Arial"/>
              </a:defRPr>
            </a:lvl6pPr>
            <a:lvl7pPr>
              <a:defRPr sz="1950" b="0">
                <a:solidFill>
                  <a:srgbClr val="526672"/>
                </a:solidFill>
                <a:latin typeface="Arial"/>
                <a:ea typeface="Arial"/>
                <a:cs typeface="Arial"/>
              </a:defRPr>
            </a:lvl7pPr>
            <a:lvl8pPr>
              <a:defRPr sz="1950" b="0">
                <a:solidFill>
                  <a:srgbClr val="526672"/>
                </a:solidFill>
                <a:latin typeface="Arial"/>
                <a:ea typeface="Arial"/>
                <a:cs typeface="Arial"/>
              </a:defRPr>
            </a:lvl8pPr>
            <a:lvl9pPr>
              <a:defRPr sz="1950" b="0">
                <a:solidFill>
                  <a:srgbClr val="526672"/>
                </a:solidFill>
                <a:latin typeface="Arial"/>
                <a:ea typeface="Arial"/>
                <a:cs typeface="Arial"/>
              </a:defRPr>
            </a:lvl9pPr>
          </a:lstStyle>
          <a:p xmlns:a="http://schemas.openxmlformats.org/drawingml/2006/main">
            <a:pPr>
              <a:defRPr sz="1950" b="0">
                <a:solidFill>
                  <a:srgbClr val="526672"/>
                </a:solidFill>
                <a:latin typeface="Arial"/>
                <a:ea typeface="Arial"/>
                <a:cs typeface="Arial"/>
              </a:defRPr>
            </a:pPr>
            <a:r>
              <a:rPr sz="1950" b="0">
                <a:solidFill>
                  <a:srgbClr val="526672"/>
                </a:solidFill>
                <a:latin typeface="Arial"/>
                <a:ea typeface="Arial"/>
                <a:cs typeface="Arial"/>
              </a:rPr>
              <a:t>Main lesson: move separate tasks into helpers when this makes the main code easier to read.</a:t>
            </a:r>
          </a:p>
        </p:txBody>
      </p:sp>
    </p:spTree>
    <p:extLst>
      <p:ext uri="{BB962C8B-B14F-4D97-AF65-F5344CB8AC3E}">
        <p14:creationId xmlns:p14="http://schemas.microsoft.com/office/powerpoint/2010/main" val="29893269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2026-10-19T00:57:15.9440000Z</dcterms:created>
  <dcterms:modified xsi:type="dcterms:W3CDTF">2026-10-19T00:57:15.9440000Z</dcterms:modified>
</coreProperties>
</file>